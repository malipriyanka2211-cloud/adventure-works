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6"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64"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32A8FB-133C-4F4E-AAFC-059D5CA569AF}" v="214" dt="2026-02-26T18:52:51.0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82" d="100"/>
          <a:sy n="82" d="100"/>
        </p:scale>
        <p:origin x="1474"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ddeti Bhanu Teja Reddy" userId="510ecf834763a4b5" providerId="LiveId" clId="{F8317B90-DAC0-42E2-B8CC-F17BE247D3B2}"/>
    <pc:docChg chg="undo redo custSel addSld delSld modSld addMainMaster delMainMaster modMainMaster">
      <pc:chgData name="Goddeti Bhanu Teja Reddy" userId="510ecf834763a4b5" providerId="LiveId" clId="{F8317B90-DAC0-42E2-B8CC-F17BE247D3B2}" dt="2026-02-26T18:54:51.286" v="1080" actId="14100"/>
      <pc:docMkLst>
        <pc:docMk/>
      </pc:docMkLst>
      <pc:sldChg chg="modSp mod">
        <pc:chgData name="Goddeti Bhanu Teja Reddy" userId="510ecf834763a4b5" providerId="LiveId" clId="{F8317B90-DAC0-42E2-B8CC-F17BE247D3B2}" dt="2026-02-26T15:39:18.800" v="202" actId="108"/>
        <pc:sldMkLst>
          <pc:docMk/>
          <pc:sldMk cId="0" sldId="256"/>
        </pc:sldMkLst>
        <pc:spChg chg="mod">
          <ac:chgData name="Goddeti Bhanu Teja Reddy" userId="510ecf834763a4b5" providerId="LiveId" clId="{F8317B90-DAC0-42E2-B8CC-F17BE247D3B2}" dt="2026-02-26T15:39:18.800" v="202" actId="108"/>
          <ac:spMkLst>
            <pc:docMk/>
            <pc:sldMk cId="0" sldId="256"/>
            <ac:spMk id="2" creationId="{00000000-0000-0000-0000-000000000000}"/>
          </ac:spMkLst>
        </pc:spChg>
      </pc:sldChg>
      <pc:sldChg chg="modSp mod">
        <pc:chgData name="Goddeti Bhanu Teja Reddy" userId="510ecf834763a4b5" providerId="LiveId" clId="{F8317B90-DAC0-42E2-B8CC-F17BE247D3B2}" dt="2026-02-26T15:39:46.484" v="204" actId="108"/>
        <pc:sldMkLst>
          <pc:docMk/>
          <pc:sldMk cId="0" sldId="257"/>
        </pc:sldMkLst>
        <pc:spChg chg="mod">
          <ac:chgData name="Goddeti Bhanu Teja Reddy" userId="510ecf834763a4b5" providerId="LiveId" clId="{F8317B90-DAC0-42E2-B8CC-F17BE247D3B2}" dt="2026-02-26T15:39:46.484" v="204" actId="108"/>
          <ac:spMkLst>
            <pc:docMk/>
            <pc:sldMk cId="0" sldId="257"/>
            <ac:spMk id="2" creationId="{00000000-0000-0000-0000-000000000000}"/>
          </ac:spMkLst>
        </pc:spChg>
      </pc:sldChg>
      <pc:sldChg chg="modSp mod">
        <pc:chgData name="Goddeti Bhanu Teja Reddy" userId="510ecf834763a4b5" providerId="LiveId" clId="{F8317B90-DAC0-42E2-B8CC-F17BE247D3B2}" dt="2026-02-26T15:40:03.890" v="206" actId="108"/>
        <pc:sldMkLst>
          <pc:docMk/>
          <pc:sldMk cId="0" sldId="258"/>
        </pc:sldMkLst>
        <pc:spChg chg="mod">
          <ac:chgData name="Goddeti Bhanu Teja Reddy" userId="510ecf834763a4b5" providerId="LiveId" clId="{F8317B90-DAC0-42E2-B8CC-F17BE247D3B2}" dt="2026-02-26T15:40:03.890" v="206" actId="108"/>
          <ac:spMkLst>
            <pc:docMk/>
            <pc:sldMk cId="0" sldId="258"/>
            <ac:spMk id="2" creationId="{00000000-0000-0000-0000-000000000000}"/>
          </ac:spMkLst>
        </pc:spChg>
      </pc:sldChg>
      <pc:sldChg chg="modSp mod">
        <pc:chgData name="Goddeti Bhanu Teja Reddy" userId="510ecf834763a4b5" providerId="LiveId" clId="{F8317B90-DAC0-42E2-B8CC-F17BE247D3B2}" dt="2026-02-26T15:40:13.844" v="208" actId="108"/>
        <pc:sldMkLst>
          <pc:docMk/>
          <pc:sldMk cId="0" sldId="259"/>
        </pc:sldMkLst>
        <pc:spChg chg="mod">
          <ac:chgData name="Goddeti Bhanu Teja Reddy" userId="510ecf834763a4b5" providerId="LiveId" clId="{F8317B90-DAC0-42E2-B8CC-F17BE247D3B2}" dt="2026-02-26T15:40:13.844" v="208" actId="108"/>
          <ac:spMkLst>
            <pc:docMk/>
            <pc:sldMk cId="0" sldId="259"/>
            <ac:spMk id="2" creationId="{00000000-0000-0000-0000-000000000000}"/>
          </ac:spMkLst>
        </pc:spChg>
      </pc:sldChg>
      <pc:sldChg chg="modSp mod">
        <pc:chgData name="Goddeti Bhanu Teja Reddy" userId="510ecf834763a4b5" providerId="LiveId" clId="{F8317B90-DAC0-42E2-B8CC-F17BE247D3B2}" dt="2026-02-26T15:40:32.154" v="210" actId="108"/>
        <pc:sldMkLst>
          <pc:docMk/>
          <pc:sldMk cId="0" sldId="260"/>
        </pc:sldMkLst>
        <pc:spChg chg="mod">
          <ac:chgData name="Goddeti Bhanu Teja Reddy" userId="510ecf834763a4b5" providerId="LiveId" clId="{F8317B90-DAC0-42E2-B8CC-F17BE247D3B2}" dt="2026-02-26T15:40:32.154" v="210" actId="108"/>
          <ac:spMkLst>
            <pc:docMk/>
            <pc:sldMk cId="0" sldId="260"/>
            <ac:spMk id="2" creationId="{00000000-0000-0000-0000-000000000000}"/>
          </ac:spMkLst>
        </pc:spChg>
      </pc:sldChg>
      <pc:sldChg chg="modSp mod">
        <pc:chgData name="Goddeti Bhanu Teja Reddy" userId="510ecf834763a4b5" providerId="LiveId" clId="{F8317B90-DAC0-42E2-B8CC-F17BE247D3B2}" dt="2026-02-26T15:40:41.527" v="212" actId="108"/>
        <pc:sldMkLst>
          <pc:docMk/>
          <pc:sldMk cId="0" sldId="261"/>
        </pc:sldMkLst>
        <pc:spChg chg="mod">
          <ac:chgData name="Goddeti Bhanu Teja Reddy" userId="510ecf834763a4b5" providerId="LiveId" clId="{F8317B90-DAC0-42E2-B8CC-F17BE247D3B2}" dt="2026-02-26T15:40:41.527" v="212" actId="108"/>
          <ac:spMkLst>
            <pc:docMk/>
            <pc:sldMk cId="0" sldId="261"/>
            <ac:spMk id="2" creationId="{00000000-0000-0000-0000-000000000000}"/>
          </ac:spMkLst>
        </pc:spChg>
      </pc:sldChg>
      <pc:sldChg chg="modSp mod">
        <pc:chgData name="Goddeti Bhanu Teja Reddy" userId="510ecf834763a4b5" providerId="LiveId" clId="{F8317B90-DAC0-42E2-B8CC-F17BE247D3B2}" dt="2026-02-26T15:40:49.158" v="213" actId="108"/>
        <pc:sldMkLst>
          <pc:docMk/>
          <pc:sldMk cId="0" sldId="262"/>
        </pc:sldMkLst>
        <pc:spChg chg="mod">
          <ac:chgData name="Goddeti Bhanu Teja Reddy" userId="510ecf834763a4b5" providerId="LiveId" clId="{F8317B90-DAC0-42E2-B8CC-F17BE247D3B2}" dt="2026-02-26T15:40:49.158" v="213" actId="108"/>
          <ac:spMkLst>
            <pc:docMk/>
            <pc:sldMk cId="0" sldId="262"/>
            <ac:spMk id="2" creationId="{00000000-0000-0000-0000-000000000000}"/>
          </ac:spMkLst>
        </pc:spChg>
      </pc:sldChg>
      <pc:sldChg chg="addSp delSp modSp mod">
        <pc:chgData name="Goddeti Bhanu Teja Reddy" userId="510ecf834763a4b5" providerId="LiveId" clId="{F8317B90-DAC0-42E2-B8CC-F17BE247D3B2}" dt="2026-02-26T15:41:00.573" v="215" actId="108"/>
        <pc:sldMkLst>
          <pc:docMk/>
          <pc:sldMk cId="0" sldId="263"/>
        </pc:sldMkLst>
        <pc:spChg chg="mod">
          <ac:chgData name="Goddeti Bhanu Teja Reddy" userId="510ecf834763a4b5" providerId="LiveId" clId="{F8317B90-DAC0-42E2-B8CC-F17BE247D3B2}" dt="2026-02-26T15:41:00.573" v="215" actId="108"/>
          <ac:spMkLst>
            <pc:docMk/>
            <pc:sldMk cId="0" sldId="263"/>
            <ac:spMk id="2" creationId="{00000000-0000-0000-0000-000000000000}"/>
          </ac:spMkLst>
        </pc:spChg>
        <pc:spChg chg="add del mod">
          <ac:chgData name="Goddeti Bhanu Teja Reddy" userId="510ecf834763a4b5" providerId="LiveId" clId="{F8317B90-DAC0-42E2-B8CC-F17BE247D3B2}" dt="2026-02-26T11:38:08.943" v="99" actId="20577"/>
          <ac:spMkLst>
            <pc:docMk/>
            <pc:sldMk cId="0" sldId="263"/>
            <ac:spMk id="3" creationId="{00000000-0000-0000-0000-000000000000}"/>
          </ac:spMkLst>
        </pc:spChg>
        <pc:spChg chg="add">
          <ac:chgData name="Goddeti Bhanu Teja Reddy" userId="510ecf834763a4b5" providerId="LiveId" clId="{F8317B90-DAC0-42E2-B8CC-F17BE247D3B2}" dt="2026-02-26T11:34:43.182" v="27"/>
          <ac:spMkLst>
            <pc:docMk/>
            <pc:sldMk cId="0" sldId="263"/>
            <ac:spMk id="4" creationId="{9DBFB1AE-4CC7-9E14-CCA8-5B91B085C3A6}"/>
          </ac:spMkLst>
        </pc:spChg>
        <pc:spChg chg="add mod">
          <ac:chgData name="Goddeti Bhanu Teja Reddy" userId="510ecf834763a4b5" providerId="LiveId" clId="{F8317B90-DAC0-42E2-B8CC-F17BE247D3B2}" dt="2026-02-26T11:34:47.793" v="29"/>
          <ac:spMkLst>
            <pc:docMk/>
            <pc:sldMk cId="0" sldId="263"/>
            <ac:spMk id="5" creationId="{8176CCB3-C386-CCEF-4950-C22BA75B5422}"/>
          </ac:spMkLst>
        </pc:spChg>
        <pc:spChg chg="add">
          <ac:chgData name="Goddeti Bhanu Teja Reddy" userId="510ecf834763a4b5" providerId="LiveId" clId="{F8317B90-DAC0-42E2-B8CC-F17BE247D3B2}" dt="2026-02-26T11:34:50.820" v="30"/>
          <ac:spMkLst>
            <pc:docMk/>
            <pc:sldMk cId="0" sldId="263"/>
            <ac:spMk id="6" creationId="{542239BC-79C6-FE2C-A191-068D5C9814D8}"/>
          </ac:spMkLst>
        </pc:spChg>
        <pc:spChg chg="add mod">
          <ac:chgData name="Goddeti Bhanu Teja Reddy" userId="510ecf834763a4b5" providerId="LiveId" clId="{F8317B90-DAC0-42E2-B8CC-F17BE247D3B2}" dt="2026-02-26T11:35:12.935" v="46"/>
          <ac:spMkLst>
            <pc:docMk/>
            <pc:sldMk cId="0" sldId="263"/>
            <ac:spMk id="7" creationId="{04AE32D2-0738-AA9B-D481-8DC9C9486C6A}"/>
          </ac:spMkLst>
        </pc:spChg>
      </pc:sldChg>
      <pc:sldChg chg="modSp mod">
        <pc:chgData name="Goddeti Bhanu Teja Reddy" userId="510ecf834763a4b5" providerId="LiveId" clId="{F8317B90-DAC0-42E2-B8CC-F17BE247D3B2}" dt="2026-02-26T18:54:51.286" v="1080" actId="14100"/>
        <pc:sldMkLst>
          <pc:docMk/>
          <pc:sldMk cId="0" sldId="264"/>
        </pc:sldMkLst>
        <pc:spChg chg="mod">
          <ac:chgData name="Goddeti Bhanu Teja Reddy" userId="510ecf834763a4b5" providerId="LiveId" clId="{F8317B90-DAC0-42E2-B8CC-F17BE247D3B2}" dt="2026-02-26T18:54:51.286" v="1080" actId="14100"/>
          <ac:spMkLst>
            <pc:docMk/>
            <pc:sldMk cId="0" sldId="264"/>
            <ac:spMk id="2" creationId="{00000000-0000-0000-0000-000000000000}"/>
          </ac:spMkLst>
        </pc:spChg>
        <pc:spChg chg="mod">
          <ac:chgData name="Goddeti Bhanu Teja Reddy" userId="510ecf834763a4b5" providerId="LiveId" clId="{F8317B90-DAC0-42E2-B8CC-F17BE247D3B2}" dt="2026-02-26T18:52:54.300" v="1077" actId="27636"/>
          <ac:spMkLst>
            <pc:docMk/>
            <pc:sldMk cId="0" sldId="264"/>
            <ac:spMk id="3" creationId="{00000000-0000-0000-0000-000000000000}"/>
          </ac:spMkLst>
        </pc:spChg>
      </pc:sldChg>
      <pc:sldChg chg="modSp new mod">
        <pc:chgData name="Goddeti Bhanu Teja Reddy" userId="510ecf834763a4b5" providerId="LiveId" clId="{F8317B90-DAC0-42E2-B8CC-F17BE247D3B2}" dt="2026-02-26T15:38:45.501" v="198" actId="108"/>
        <pc:sldMkLst>
          <pc:docMk/>
          <pc:sldMk cId="425008150" sldId="265"/>
        </pc:sldMkLst>
        <pc:spChg chg="mod">
          <ac:chgData name="Goddeti Bhanu Teja Reddy" userId="510ecf834763a4b5" providerId="LiveId" clId="{F8317B90-DAC0-42E2-B8CC-F17BE247D3B2}" dt="2026-02-26T15:38:45.501" v="198" actId="108"/>
          <ac:spMkLst>
            <pc:docMk/>
            <pc:sldMk cId="425008150" sldId="265"/>
            <ac:spMk id="2" creationId="{028D20AE-5174-E014-7B1A-F116CB082222}"/>
          </ac:spMkLst>
        </pc:spChg>
        <pc:spChg chg="mod">
          <ac:chgData name="Goddeti Bhanu Teja Reddy" userId="510ecf834763a4b5" providerId="LiveId" clId="{F8317B90-DAC0-42E2-B8CC-F17BE247D3B2}" dt="2026-02-26T11:51:16.441" v="172" actId="20577"/>
          <ac:spMkLst>
            <pc:docMk/>
            <pc:sldMk cId="425008150" sldId="265"/>
            <ac:spMk id="3" creationId="{63843A31-77E6-267A-95BC-EE2DC859BB28}"/>
          </ac:spMkLst>
        </pc:spChg>
      </pc:sldChg>
      <pc:sldChg chg="new del">
        <pc:chgData name="Goddeti Bhanu Teja Reddy" userId="510ecf834763a4b5" providerId="LiveId" clId="{F8317B90-DAC0-42E2-B8CC-F17BE247D3B2}" dt="2026-02-26T11:43:44.153" v="116" actId="680"/>
        <pc:sldMkLst>
          <pc:docMk/>
          <pc:sldMk cId="2019091166" sldId="265"/>
        </pc:sldMkLst>
      </pc:sldChg>
      <pc:sldChg chg="new del">
        <pc:chgData name="Goddeti Bhanu Teja Reddy" userId="510ecf834763a4b5" providerId="LiveId" clId="{F8317B90-DAC0-42E2-B8CC-F17BE247D3B2}" dt="2026-02-26T11:44:15.071" v="118" actId="680"/>
        <pc:sldMkLst>
          <pc:docMk/>
          <pc:sldMk cId="2282060148" sldId="265"/>
        </pc:sldMkLst>
      </pc:sldChg>
      <pc:sldChg chg="addSp delSp modSp new mod">
        <pc:chgData name="Goddeti Bhanu Teja Reddy" userId="510ecf834763a4b5" providerId="LiveId" clId="{F8317B90-DAC0-42E2-B8CC-F17BE247D3B2}" dt="2026-02-26T15:39:02.505" v="200" actId="108"/>
        <pc:sldMkLst>
          <pc:docMk/>
          <pc:sldMk cId="314028671" sldId="266"/>
        </pc:sldMkLst>
        <pc:spChg chg="mod">
          <ac:chgData name="Goddeti Bhanu Teja Reddy" userId="510ecf834763a4b5" providerId="LiveId" clId="{F8317B90-DAC0-42E2-B8CC-F17BE247D3B2}" dt="2026-02-26T15:39:02.505" v="200" actId="108"/>
          <ac:spMkLst>
            <pc:docMk/>
            <pc:sldMk cId="314028671" sldId="266"/>
            <ac:spMk id="2" creationId="{5DB829F6-CB3B-06BE-CE70-23480C7D1CE8}"/>
          </ac:spMkLst>
        </pc:spChg>
        <pc:spChg chg="del">
          <ac:chgData name="Goddeti Bhanu Teja Reddy" userId="510ecf834763a4b5" providerId="LiveId" clId="{F8317B90-DAC0-42E2-B8CC-F17BE247D3B2}" dt="2026-02-26T15:36:01.321" v="191" actId="931"/>
          <ac:spMkLst>
            <pc:docMk/>
            <pc:sldMk cId="314028671" sldId="266"/>
            <ac:spMk id="3" creationId="{F4BF2F33-46C9-D53A-D5C4-79D900F6F8EC}"/>
          </ac:spMkLst>
        </pc:spChg>
        <pc:picChg chg="add mod ord">
          <ac:chgData name="Goddeti Bhanu Teja Reddy" userId="510ecf834763a4b5" providerId="LiveId" clId="{F8317B90-DAC0-42E2-B8CC-F17BE247D3B2}" dt="2026-02-26T15:36:07.486" v="192" actId="1076"/>
          <ac:picMkLst>
            <pc:docMk/>
            <pc:sldMk cId="314028671" sldId="266"/>
            <ac:picMk id="5" creationId="{BD4276D4-805F-4518-E377-78E8B67943A6}"/>
          </ac:picMkLst>
        </pc:picChg>
      </pc:sldChg>
      <pc:sldChg chg="new del">
        <pc:chgData name="Goddeti Bhanu Teja Reddy" userId="510ecf834763a4b5" providerId="LiveId" clId="{F8317B90-DAC0-42E2-B8CC-F17BE247D3B2}" dt="2026-02-26T15:21:26.687" v="174" actId="680"/>
        <pc:sldMkLst>
          <pc:docMk/>
          <pc:sldMk cId="2289388248" sldId="266"/>
        </pc:sldMkLst>
      </pc:sldChg>
      <pc:sldChg chg="modSp new mod">
        <pc:chgData name="Goddeti Bhanu Teja Reddy" userId="510ecf834763a4b5" providerId="LiveId" clId="{F8317B90-DAC0-42E2-B8CC-F17BE247D3B2}" dt="2026-02-26T17:46:29.353" v="542" actId="12"/>
        <pc:sldMkLst>
          <pc:docMk/>
          <pc:sldMk cId="1834247521" sldId="267"/>
        </pc:sldMkLst>
        <pc:spChg chg="mod">
          <ac:chgData name="Goddeti Bhanu Teja Reddy" userId="510ecf834763a4b5" providerId="LiveId" clId="{F8317B90-DAC0-42E2-B8CC-F17BE247D3B2}" dt="2026-02-26T15:38:13.523" v="196"/>
          <ac:spMkLst>
            <pc:docMk/>
            <pc:sldMk cId="1834247521" sldId="267"/>
            <ac:spMk id="2" creationId="{BFE8D3AE-62BB-594E-AEF1-87709F0C385D}"/>
          </ac:spMkLst>
        </pc:spChg>
        <pc:spChg chg="mod">
          <ac:chgData name="Goddeti Bhanu Teja Reddy" userId="510ecf834763a4b5" providerId="LiveId" clId="{F8317B90-DAC0-42E2-B8CC-F17BE247D3B2}" dt="2026-02-26T17:46:29.353" v="542" actId="12"/>
          <ac:spMkLst>
            <pc:docMk/>
            <pc:sldMk cId="1834247521" sldId="267"/>
            <ac:spMk id="3" creationId="{6B93933C-3B73-77A3-DEF6-559EBDD2AEC5}"/>
          </ac:spMkLst>
        </pc:spChg>
      </pc:sldChg>
      <pc:sldChg chg="new del">
        <pc:chgData name="Goddeti Bhanu Teja Reddy" userId="510ecf834763a4b5" providerId="LiveId" clId="{F8317B90-DAC0-42E2-B8CC-F17BE247D3B2}" dt="2026-02-26T15:36:32.860" v="194" actId="680"/>
        <pc:sldMkLst>
          <pc:docMk/>
          <pc:sldMk cId="3143252101" sldId="267"/>
        </pc:sldMkLst>
      </pc:sldChg>
      <pc:sldChg chg="modSp new mod">
        <pc:chgData name="Goddeti Bhanu Teja Reddy" userId="510ecf834763a4b5" providerId="LiveId" clId="{F8317B90-DAC0-42E2-B8CC-F17BE247D3B2}" dt="2026-02-26T17:51:31.103" v="576" actId="20577"/>
        <pc:sldMkLst>
          <pc:docMk/>
          <pc:sldMk cId="916123573" sldId="268"/>
        </pc:sldMkLst>
        <pc:spChg chg="mod">
          <ac:chgData name="Goddeti Bhanu Teja Reddy" userId="510ecf834763a4b5" providerId="LiveId" clId="{F8317B90-DAC0-42E2-B8CC-F17BE247D3B2}" dt="2026-02-26T15:46:51.016" v="252" actId="108"/>
          <ac:spMkLst>
            <pc:docMk/>
            <pc:sldMk cId="916123573" sldId="268"/>
            <ac:spMk id="2" creationId="{254E1B80-F9FD-A871-A069-3B456B1AC920}"/>
          </ac:spMkLst>
        </pc:spChg>
        <pc:spChg chg="mod">
          <ac:chgData name="Goddeti Bhanu Teja Reddy" userId="510ecf834763a4b5" providerId="LiveId" clId="{F8317B90-DAC0-42E2-B8CC-F17BE247D3B2}" dt="2026-02-26T17:51:31.103" v="576" actId="20577"/>
          <ac:spMkLst>
            <pc:docMk/>
            <pc:sldMk cId="916123573" sldId="268"/>
            <ac:spMk id="3" creationId="{9C333F99-46D8-21AF-39C9-1153854932ED}"/>
          </ac:spMkLst>
        </pc:spChg>
      </pc:sldChg>
      <pc:sldChg chg="addSp modSp new mod">
        <pc:chgData name="Goddeti Bhanu Teja Reddy" userId="510ecf834763a4b5" providerId="LiveId" clId="{F8317B90-DAC0-42E2-B8CC-F17BE247D3B2}" dt="2026-02-26T17:51:39.072" v="577" actId="20577"/>
        <pc:sldMkLst>
          <pc:docMk/>
          <pc:sldMk cId="1229396220" sldId="269"/>
        </pc:sldMkLst>
        <pc:spChg chg="mod">
          <ac:chgData name="Goddeti Bhanu Teja Reddy" userId="510ecf834763a4b5" providerId="LiveId" clId="{F8317B90-DAC0-42E2-B8CC-F17BE247D3B2}" dt="2026-02-26T15:59:14.102" v="340" actId="108"/>
          <ac:spMkLst>
            <pc:docMk/>
            <pc:sldMk cId="1229396220" sldId="269"/>
            <ac:spMk id="2" creationId="{1693F0E5-346B-7657-A5B3-DC6784407965}"/>
          </ac:spMkLst>
        </pc:spChg>
        <pc:spChg chg="mod">
          <ac:chgData name="Goddeti Bhanu Teja Reddy" userId="510ecf834763a4b5" providerId="LiveId" clId="{F8317B90-DAC0-42E2-B8CC-F17BE247D3B2}" dt="2026-02-26T17:51:39.072" v="577" actId="20577"/>
          <ac:spMkLst>
            <pc:docMk/>
            <pc:sldMk cId="1229396220" sldId="269"/>
            <ac:spMk id="3" creationId="{FDEA874F-D64E-00BB-C5CD-0191175E0395}"/>
          </ac:spMkLst>
        </pc:spChg>
        <pc:spChg chg="add">
          <ac:chgData name="Goddeti Bhanu Teja Reddy" userId="510ecf834763a4b5" providerId="LiveId" clId="{F8317B90-DAC0-42E2-B8CC-F17BE247D3B2}" dt="2026-02-26T16:03:04.594" v="347"/>
          <ac:spMkLst>
            <pc:docMk/>
            <pc:sldMk cId="1229396220" sldId="269"/>
            <ac:spMk id="4" creationId="{0AE1E87B-425C-37AC-71F2-B528BE1CE973}"/>
          </ac:spMkLst>
        </pc:spChg>
        <pc:spChg chg="add mod">
          <ac:chgData name="Goddeti Bhanu Teja Reddy" userId="510ecf834763a4b5" providerId="LiveId" clId="{F8317B90-DAC0-42E2-B8CC-F17BE247D3B2}" dt="2026-02-26T16:03:07.860" v="349"/>
          <ac:spMkLst>
            <pc:docMk/>
            <pc:sldMk cId="1229396220" sldId="269"/>
            <ac:spMk id="5" creationId="{41F03BF7-E276-8401-3F01-9442EBDF6F25}"/>
          </ac:spMkLst>
        </pc:spChg>
        <pc:spChg chg="add">
          <ac:chgData name="Goddeti Bhanu Teja Reddy" userId="510ecf834763a4b5" providerId="LiveId" clId="{F8317B90-DAC0-42E2-B8CC-F17BE247D3B2}" dt="2026-02-26T16:03:20.309" v="350"/>
          <ac:spMkLst>
            <pc:docMk/>
            <pc:sldMk cId="1229396220" sldId="269"/>
            <ac:spMk id="6" creationId="{84EF9933-CD76-E2BA-957B-193F42BD227B}"/>
          </ac:spMkLst>
        </pc:spChg>
      </pc:sldChg>
      <pc:sldChg chg="addSp delSp modSp new del mod">
        <pc:chgData name="Goddeti Bhanu Teja Reddy" userId="510ecf834763a4b5" providerId="LiveId" clId="{F8317B90-DAC0-42E2-B8CC-F17BE247D3B2}" dt="2026-02-26T16:11:48.725" v="410" actId="680"/>
        <pc:sldMkLst>
          <pc:docMk/>
          <pc:sldMk cId="1048032052" sldId="270"/>
        </pc:sldMkLst>
        <pc:spChg chg="mod">
          <ac:chgData name="Goddeti Bhanu Teja Reddy" userId="510ecf834763a4b5" providerId="LiveId" clId="{F8317B90-DAC0-42E2-B8CC-F17BE247D3B2}" dt="2026-02-26T16:11:00.842" v="403"/>
          <ac:spMkLst>
            <pc:docMk/>
            <pc:sldMk cId="1048032052" sldId="270"/>
            <ac:spMk id="2" creationId="{E4340DE4-73A5-BF65-9CE6-045CF8CA8480}"/>
          </ac:spMkLst>
        </pc:spChg>
        <pc:spChg chg="add del">
          <ac:chgData name="Goddeti Bhanu Teja Reddy" userId="510ecf834763a4b5" providerId="LiveId" clId="{F8317B90-DAC0-42E2-B8CC-F17BE247D3B2}" dt="2026-02-26T16:11:47.298" v="409"/>
          <ac:spMkLst>
            <pc:docMk/>
            <pc:sldMk cId="1048032052" sldId="270"/>
            <ac:spMk id="3" creationId="{7A2A4F91-4E81-9554-A3F0-DDB01D9CFE17}"/>
          </ac:spMkLst>
        </pc:spChg>
        <pc:spChg chg="add mod">
          <ac:chgData name="Goddeti Bhanu Teja Reddy" userId="510ecf834763a4b5" providerId="LiveId" clId="{F8317B90-DAC0-42E2-B8CC-F17BE247D3B2}" dt="2026-02-26T16:11:26.982" v="405"/>
          <ac:spMkLst>
            <pc:docMk/>
            <pc:sldMk cId="1048032052" sldId="270"/>
            <ac:spMk id="4" creationId="{2B6FFA63-676F-2B98-4FC1-F7255CD5F141}"/>
          </ac:spMkLst>
        </pc:spChg>
        <pc:spChg chg="add mod">
          <ac:chgData name="Goddeti Bhanu Teja Reddy" userId="510ecf834763a4b5" providerId="LiveId" clId="{F8317B90-DAC0-42E2-B8CC-F17BE247D3B2}" dt="2026-02-26T16:11:47.298" v="409"/>
          <ac:spMkLst>
            <pc:docMk/>
            <pc:sldMk cId="1048032052" sldId="270"/>
            <ac:spMk id="5" creationId="{4FDE9EDB-B943-CBE8-D429-D343662A9BA5}"/>
          </ac:spMkLst>
        </pc:spChg>
      </pc:sldChg>
      <pc:sldChg chg="addSp delSp modSp new mod">
        <pc:chgData name="Goddeti Bhanu Teja Reddy" userId="510ecf834763a4b5" providerId="LiveId" clId="{F8317B90-DAC0-42E2-B8CC-F17BE247D3B2}" dt="2026-02-26T17:51:57.255" v="582" actId="20577"/>
        <pc:sldMkLst>
          <pc:docMk/>
          <pc:sldMk cId="2763229754" sldId="270"/>
        </pc:sldMkLst>
        <pc:spChg chg="mod">
          <ac:chgData name="Goddeti Bhanu Teja Reddy" userId="510ecf834763a4b5" providerId="LiveId" clId="{F8317B90-DAC0-42E2-B8CC-F17BE247D3B2}" dt="2026-02-26T16:16:25.060" v="458" actId="14100"/>
          <ac:spMkLst>
            <pc:docMk/>
            <pc:sldMk cId="2763229754" sldId="270"/>
            <ac:spMk id="2" creationId="{292FBEA7-3C3D-B5BA-145F-5CB6F8C71719}"/>
          </ac:spMkLst>
        </pc:spChg>
        <pc:spChg chg="add del mod">
          <ac:chgData name="Goddeti Bhanu Teja Reddy" userId="510ecf834763a4b5" providerId="LiveId" clId="{F8317B90-DAC0-42E2-B8CC-F17BE247D3B2}" dt="2026-02-26T17:51:57.255" v="582" actId="20577"/>
          <ac:spMkLst>
            <pc:docMk/>
            <pc:sldMk cId="2763229754" sldId="270"/>
            <ac:spMk id="3" creationId="{899E5537-F765-DA9B-AFD8-01E0E74B4CF7}"/>
          </ac:spMkLst>
        </pc:spChg>
        <pc:spChg chg="add mod">
          <ac:chgData name="Goddeti Bhanu Teja Reddy" userId="510ecf834763a4b5" providerId="LiveId" clId="{F8317B90-DAC0-42E2-B8CC-F17BE247D3B2}" dt="2026-02-26T16:13:11.969" v="436"/>
          <ac:spMkLst>
            <pc:docMk/>
            <pc:sldMk cId="2763229754" sldId="270"/>
            <ac:spMk id="4" creationId="{6CC6AF85-A2A8-FCFD-4673-43068C67F742}"/>
          </ac:spMkLst>
        </pc:spChg>
        <pc:spChg chg="add">
          <ac:chgData name="Goddeti Bhanu Teja Reddy" userId="510ecf834763a4b5" providerId="LiveId" clId="{F8317B90-DAC0-42E2-B8CC-F17BE247D3B2}" dt="2026-02-26T16:15:57.167" v="455"/>
          <ac:spMkLst>
            <pc:docMk/>
            <pc:sldMk cId="2763229754" sldId="270"/>
            <ac:spMk id="5" creationId="{267C3A97-9B0A-1BD4-D7D2-001765ECCADC}"/>
          </ac:spMkLst>
        </pc:spChg>
        <pc:spChg chg="add">
          <ac:chgData name="Goddeti Bhanu Teja Reddy" userId="510ecf834763a4b5" providerId="LiveId" clId="{F8317B90-DAC0-42E2-B8CC-F17BE247D3B2}" dt="2026-02-26T16:16:32.164" v="459"/>
          <ac:spMkLst>
            <pc:docMk/>
            <pc:sldMk cId="2763229754" sldId="270"/>
            <ac:spMk id="6" creationId="{5538D0DE-84B8-3BF3-D39C-95860403340C}"/>
          </ac:spMkLst>
        </pc:spChg>
      </pc:sldChg>
      <pc:sldChg chg="addSp delSp modSp new mod">
        <pc:chgData name="Goddeti Bhanu Teja Reddy" userId="510ecf834763a4b5" providerId="LiveId" clId="{F8317B90-DAC0-42E2-B8CC-F17BE247D3B2}" dt="2026-02-26T17:29:31.599" v="501" actId="20577"/>
        <pc:sldMkLst>
          <pc:docMk/>
          <pc:sldMk cId="2235057405" sldId="271"/>
        </pc:sldMkLst>
        <pc:spChg chg="mod">
          <ac:chgData name="Goddeti Bhanu Teja Reddy" userId="510ecf834763a4b5" providerId="LiveId" clId="{F8317B90-DAC0-42E2-B8CC-F17BE247D3B2}" dt="2026-02-26T17:29:31.599" v="501" actId="20577"/>
          <ac:spMkLst>
            <pc:docMk/>
            <pc:sldMk cId="2235057405" sldId="271"/>
            <ac:spMk id="2" creationId="{8972C581-AC5A-94E7-3474-7202F389A820}"/>
          </ac:spMkLst>
        </pc:spChg>
        <pc:spChg chg="del">
          <ac:chgData name="Goddeti Bhanu Teja Reddy" userId="510ecf834763a4b5" providerId="LiveId" clId="{F8317B90-DAC0-42E2-B8CC-F17BE247D3B2}" dt="2026-02-26T16:27:17.514" v="482" actId="931"/>
          <ac:spMkLst>
            <pc:docMk/>
            <pc:sldMk cId="2235057405" sldId="271"/>
            <ac:spMk id="3" creationId="{E4425274-73AF-1581-C673-C92826A0563C}"/>
          </ac:spMkLst>
        </pc:spChg>
        <pc:picChg chg="add mod ord">
          <ac:chgData name="Goddeti Bhanu Teja Reddy" userId="510ecf834763a4b5" providerId="LiveId" clId="{F8317B90-DAC0-42E2-B8CC-F17BE247D3B2}" dt="2026-02-26T16:27:26.110" v="483" actId="1076"/>
          <ac:picMkLst>
            <pc:docMk/>
            <pc:sldMk cId="2235057405" sldId="271"/>
            <ac:picMk id="5" creationId="{D5C9D2D3-8253-211F-476D-9F127C7DD88C}"/>
          </ac:picMkLst>
        </pc:picChg>
      </pc:sldChg>
      <pc:sldChg chg="modSp new mod">
        <pc:chgData name="Goddeti Bhanu Teja Reddy" userId="510ecf834763a4b5" providerId="LiveId" clId="{F8317B90-DAC0-42E2-B8CC-F17BE247D3B2}" dt="2026-02-26T17:55:06.161" v="611" actId="12"/>
        <pc:sldMkLst>
          <pc:docMk/>
          <pc:sldMk cId="2255115437" sldId="272"/>
        </pc:sldMkLst>
        <pc:spChg chg="mod">
          <ac:chgData name="Goddeti Bhanu Teja Reddy" userId="510ecf834763a4b5" providerId="LiveId" clId="{F8317B90-DAC0-42E2-B8CC-F17BE247D3B2}" dt="2026-02-26T16:28:18.692" v="485"/>
          <ac:spMkLst>
            <pc:docMk/>
            <pc:sldMk cId="2255115437" sldId="272"/>
            <ac:spMk id="2" creationId="{3BA2C95E-C54C-C954-6C65-8455CB606003}"/>
          </ac:spMkLst>
        </pc:spChg>
        <pc:spChg chg="mod">
          <ac:chgData name="Goddeti Bhanu Teja Reddy" userId="510ecf834763a4b5" providerId="LiveId" clId="{F8317B90-DAC0-42E2-B8CC-F17BE247D3B2}" dt="2026-02-26T17:55:06.161" v="611" actId="12"/>
          <ac:spMkLst>
            <pc:docMk/>
            <pc:sldMk cId="2255115437" sldId="272"/>
            <ac:spMk id="3" creationId="{BC7B826B-FAF4-D820-1642-7AE7A2BA88A7}"/>
          </ac:spMkLst>
        </pc:spChg>
      </pc:sldChg>
      <pc:sldChg chg="new add del">
        <pc:chgData name="Goddeti Bhanu Teja Reddy" userId="510ecf834763a4b5" providerId="LiveId" clId="{F8317B90-DAC0-42E2-B8CC-F17BE247D3B2}" dt="2026-02-26T17:45:01.531" v="527" actId="680"/>
        <pc:sldMkLst>
          <pc:docMk/>
          <pc:sldMk cId="2122191045" sldId="273"/>
        </pc:sldMkLst>
      </pc:sldChg>
      <pc:sldChg chg="modSp new mod">
        <pc:chgData name="Goddeti Bhanu Teja Reddy" userId="510ecf834763a4b5" providerId="LiveId" clId="{F8317B90-DAC0-42E2-B8CC-F17BE247D3B2}" dt="2026-02-26T18:09:35.475" v="721" actId="20577"/>
        <pc:sldMkLst>
          <pc:docMk/>
          <pc:sldMk cId="3984921328" sldId="273"/>
        </pc:sldMkLst>
        <pc:spChg chg="mod">
          <ac:chgData name="Goddeti Bhanu Teja Reddy" userId="510ecf834763a4b5" providerId="LiveId" clId="{F8317B90-DAC0-42E2-B8CC-F17BE247D3B2}" dt="2026-02-26T17:55:28.811" v="613"/>
          <ac:spMkLst>
            <pc:docMk/>
            <pc:sldMk cId="3984921328" sldId="273"/>
            <ac:spMk id="2" creationId="{31C89A2A-1589-6E4D-834B-3BE5A6496C77}"/>
          </ac:spMkLst>
        </pc:spChg>
        <pc:spChg chg="mod">
          <ac:chgData name="Goddeti Bhanu Teja Reddy" userId="510ecf834763a4b5" providerId="LiveId" clId="{F8317B90-DAC0-42E2-B8CC-F17BE247D3B2}" dt="2026-02-26T18:09:35.475" v="721" actId="20577"/>
          <ac:spMkLst>
            <pc:docMk/>
            <pc:sldMk cId="3984921328" sldId="273"/>
            <ac:spMk id="3" creationId="{05F12291-2737-5C5E-A686-D425E6E8C5AA}"/>
          </ac:spMkLst>
        </pc:spChg>
      </pc:sldChg>
      <pc:sldChg chg="addSp modSp new mod">
        <pc:chgData name="Goddeti Bhanu Teja Reddy" userId="510ecf834763a4b5" providerId="LiveId" clId="{F8317B90-DAC0-42E2-B8CC-F17BE247D3B2}" dt="2026-02-26T18:09:27.367" v="719" actId="20577"/>
        <pc:sldMkLst>
          <pc:docMk/>
          <pc:sldMk cId="3061840841" sldId="274"/>
        </pc:sldMkLst>
        <pc:spChg chg="mod">
          <ac:chgData name="Goddeti Bhanu Teja Reddy" userId="510ecf834763a4b5" providerId="LiveId" clId="{F8317B90-DAC0-42E2-B8CC-F17BE247D3B2}" dt="2026-02-26T17:59:41.382" v="637"/>
          <ac:spMkLst>
            <pc:docMk/>
            <pc:sldMk cId="3061840841" sldId="274"/>
            <ac:spMk id="2" creationId="{6CA5CECA-9916-EE19-7BDA-DB9956DEC768}"/>
          </ac:spMkLst>
        </pc:spChg>
        <pc:spChg chg="mod">
          <ac:chgData name="Goddeti Bhanu Teja Reddy" userId="510ecf834763a4b5" providerId="LiveId" clId="{F8317B90-DAC0-42E2-B8CC-F17BE247D3B2}" dt="2026-02-26T18:09:27.367" v="719" actId="20577"/>
          <ac:spMkLst>
            <pc:docMk/>
            <pc:sldMk cId="3061840841" sldId="274"/>
            <ac:spMk id="3" creationId="{B0B4CA65-6877-26CC-8815-9635DC01C41C}"/>
          </ac:spMkLst>
        </pc:spChg>
        <pc:spChg chg="add">
          <ac:chgData name="Goddeti Bhanu Teja Reddy" userId="510ecf834763a4b5" providerId="LiveId" clId="{F8317B90-DAC0-42E2-B8CC-F17BE247D3B2}" dt="2026-02-26T18:04:48.264" v="663"/>
          <ac:spMkLst>
            <pc:docMk/>
            <pc:sldMk cId="3061840841" sldId="274"/>
            <ac:spMk id="4" creationId="{03923354-E96B-B53E-3D73-B1FE6D3C33F0}"/>
          </ac:spMkLst>
        </pc:spChg>
        <pc:spChg chg="add">
          <ac:chgData name="Goddeti Bhanu Teja Reddy" userId="510ecf834763a4b5" providerId="LiveId" clId="{F8317B90-DAC0-42E2-B8CC-F17BE247D3B2}" dt="2026-02-26T18:04:53.025" v="665"/>
          <ac:spMkLst>
            <pc:docMk/>
            <pc:sldMk cId="3061840841" sldId="274"/>
            <ac:spMk id="5" creationId="{377CCDE3-F468-FA0D-9A5D-6CA0B83BCE39}"/>
          </ac:spMkLst>
        </pc:spChg>
        <pc:spChg chg="add mod">
          <ac:chgData name="Goddeti Bhanu Teja Reddy" userId="510ecf834763a4b5" providerId="LiveId" clId="{F8317B90-DAC0-42E2-B8CC-F17BE247D3B2}" dt="2026-02-26T18:05:09.759" v="668"/>
          <ac:spMkLst>
            <pc:docMk/>
            <pc:sldMk cId="3061840841" sldId="274"/>
            <ac:spMk id="6" creationId="{1DBBF9EF-8977-83E0-04C8-2A6711998B69}"/>
          </ac:spMkLst>
        </pc:spChg>
      </pc:sldChg>
      <pc:sldChg chg="addSp delSp modSp new mod">
        <pc:chgData name="Goddeti Bhanu Teja Reddy" userId="510ecf834763a4b5" providerId="LiveId" clId="{F8317B90-DAC0-42E2-B8CC-F17BE247D3B2}" dt="2026-02-26T18:09:52.263" v="723" actId="22"/>
        <pc:sldMkLst>
          <pc:docMk/>
          <pc:sldMk cId="4101843696" sldId="275"/>
        </pc:sldMkLst>
        <pc:spChg chg="mod">
          <ac:chgData name="Goddeti Bhanu Teja Reddy" userId="510ecf834763a4b5" providerId="LiveId" clId="{F8317B90-DAC0-42E2-B8CC-F17BE247D3B2}" dt="2026-02-26T18:06:34.521" v="685"/>
          <ac:spMkLst>
            <pc:docMk/>
            <pc:sldMk cId="4101843696" sldId="275"/>
            <ac:spMk id="2" creationId="{9787EE98-89D1-0844-2583-1479DCA25C79}"/>
          </ac:spMkLst>
        </pc:spChg>
        <pc:spChg chg="mod">
          <ac:chgData name="Goddeti Bhanu Teja Reddy" userId="510ecf834763a4b5" providerId="LiveId" clId="{F8317B90-DAC0-42E2-B8CC-F17BE247D3B2}" dt="2026-02-26T18:09:15.615" v="714" actId="20577"/>
          <ac:spMkLst>
            <pc:docMk/>
            <pc:sldMk cId="4101843696" sldId="275"/>
            <ac:spMk id="3" creationId="{79F272DD-EFCC-63A8-1026-394518C76B40}"/>
          </ac:spMkLst>
        </pc:spChg>
        <pc:spChg chg="add del">
          <ac:chgData name="Goddeti Bhanu Teja Reddy" userId="510ecf834763a4b5" providerId="LiveId" clId="{F8317B90-DAC0-42E2-B8CC-F17BE247D3B2}" dt="2026-02-26T18:09:52.263" v="723" actId="22"/>
          <ac:spMkLst>
            <pc:docMk/>
            <pc:sldMk cId="4101843696" sldId="275"/>
            <ac:spMk id="5" creationId="{4C04037E-7CC6-4054-983B-65007ACEF1AF}"/>
          </ac:spMkLst>
        </pc:spChg>
      </pc:sldChg>
      <pc:sldChg chg="addSp delSp modSp new mod">
        <pc:chgData name="Goddeti Bhanu Teja Reddy" userId="510ecf834763a4b5" providerId="LiveId" clId="{F8317B90-DAC0-42E2-B8CC-F17BE247D3B2}" dt="2026-02-26T18:13:49.619" v="743" actId="20577"/>
        <pc:sldMkLst>
          <pc:docMk/>
          <pc:sldMk cId="1224014135" sldId="276"/>
        </pc:sldMkLst>
        <pc:spChg chg="mod">
          <ac:chgData name="Goddeti Bhanu Teja Reddy" userId="510ecf834763a4b5" providerId="LiveId" clId="{F8317B90-DAC0-42E2-B8CC-F17BE247D3B2}" dt="2026-02-26T18:13:49.619" v="743" actId="20577"/>
          <ac:spMkLst>
            <pc:docMk/>
            <pc:sldMk cId="1224014135" sldId="276"/>
            <ac:spMk id="2" creationId="{FE4A4EFA-F64B-02D0-96A1-03D1CB4CA814}"/>
          </ac:spMkLst>
        </pc:spChg>
        <pc:spChg chg="del">
          <ac:chgData name="Goddeti Bhanu Teja Reddy" userId="510ecf834763a4b5" providerId="LiveId" clId="{F8317B90-DAC0-42E2-B8CC-F17BE247D3B2}" dt="2026-02-26T18:13:20.499" v="725" actId="931"/>
          <ac:spMkLst>
            <pc:docMk/>
            <pc:sldMk cId="1224014135" sldId="276"/>
            <ac:spMk id="3" creationId="{1CF0AB60-86C0-CCF6-16DD-E5ACDB9872A3}"/>
          </ac:spMkLst>
        </pc:spChg>
        <pc:picChg chg="add mod ord">
          <ac:chgData name="Goddeti Bhanu Teja Reddy" userId="510ecf834763a4b5" providerId="LiveId" clId="{F8317B90-DAC0-42E2-B8CC-F17BE247D3B2}" dt="2026-02-26T18:13:20.499" v="725" actId="931"/>
          <ac:picMkLst>
            <pc:docMk/>
            <pc:sldMk cId="1224014135" sldId="276"/>
            <ac:picMk id="5" creationId="{351CC934-D685-7B5A-0382-20DB7E4EC380}"/>
          </ac:picMkLst>
        </pc:picChg>
      </pc:sldChg>
      <pc:sldChg chg="addSp delSp modSp new mod">
        <pc:chgData name="Goddeti Bhanu Teja Reddy" userId="510ecf834763a4b5" providerId="LiveId" clId="{F8317B90-DAC0-42E2-B8CC-F17BE247D3B2}" dt="2026-02-26T18:30:54.901" v="871" actId="20577"/>
        <pc:sldMkLst>
          <pc:docMk/>
          <pc:sldMk cId="241220175" sldId="277"/>
        </pc:sldMkLst>
        <pc:spChg chg="mod">
          <ac:chgData name="Goddeti Bhanu Teja Reddy" userId="510ecf834763a4b5" providerId="LiveId" clId="{F8317B90-DAC0-42E2-B8CC-F17BE247D3B2}" dt="2026-02-26T18:14:34.270" v="745"/>
          <ac:spMkLst>
            <pc:docMk/>
            <pc:sldMk cId="241220175" sldId="277"/>
            <ac:spMk id="2" creationId="{F167EFCE-2927-FA79-3D3C-C6282F348BF6}"/>
          </ac:spMkLst>
        </pc:spChg>
        <pc:spChg chg="add del mod">
          <ac:chgData name="Goddeti Bhanu Teja Reddy" userId="510ecf834763a4b5" providerId="LiveId" clId="{F8317B90-DAC0-42E2-B8CC-F17BE247D3B2}" dt="2026-02-26T18:30:54.901" v="871" actId="20577"/>
          <ac:spMkLst>
            <pc:docMk/>
            <pc:sldMk cId="241220175" sldId="277"/>
            <ac:spMk id="3" creationId="{8D3AC199-40B2-C096-5CD0-39B22249F268}"/>
          </ac:spMkLst>
        </pc:spChg>
        <pc:spChg chg="add del mod">
          <ac:chgData name="Goddeti Bhanu Teja Reddy" userId="510ecf834763a4b5" providerId="LiveId" clId="{F8317B90-DAC0-42E2-B8CC-F17BE247D3B2}" dt="2026-02-26T18:21:06.593" v="754" actId="478"/>
          <ac:spMkLst>
            <pc:docMk/>
            <pc:sldMk cId="241220175" sldId="277"/>
            <ac:spMk id="5" creationId="{08B9C43E-6DE2-7582-E3E8-FCFA4F4F2F25}"/>
          </ac:spMkLst>
        </pc:spChg>
      </pc:sldChg>
      <pc:sldChg chg="addSp delSp modSp new mod">
        <pc:chgData name="Goddeti Bhanu Teja Reddy" userId="510ecf834763a4b5" providerId="LiveId" clId="{F8317B90-DAC0-42E2-B8CC-F17BE247D3B2}" dt="2026-02-26T18:31:07.088" v="874" actId="20577"/>
        <pc:sldMkLst>
          <pc:docMk/>
          <pc:sldMk cId="2986190360" sldId="278"/>
        </pc:sldMkLst>
        <pc:spChg chg="mod">
          <ac:chgData name="Goddeti Bhanu Teja Reddy" userId="510ecf834763a4b5" providerId="LiveId" clId="{F8317B90-DAC0-42E2-B8CC-F17BE247D3B2}" dt="2026-02-26T18:22:50.802" v="776"/>
          <ac:spMkLst>
            <pc:docMk/>
            <pc:sldMk cId="2986190360" sldId="278"/>
            <ac:spMk id="2" creationId="{10C2DD06-CF56-D020-35CD-426E0AF55A4E}"/>
          </ac:spMkLst>
        </pc:spChg>
        <pc:spChg chg="mod">
          <ac:chgData name="Goddeti Bhanu Teja Reddy" userId="510ecf834763a4b5" providerId="LiveId" clId="{F8317B90-DAC0-42E2-B8CC-F17BE247D3B2}" dt="2026-02-26T18:31:07.088" v="874" actId="20577"/>
          <ac:spMkLst>
            <pc:docMk/>
            <pc:sldMk cId="2986190360" sldId="278"/>
            <ac:spMk id="3" creationId="{BBC1EFAF-0344-F41A-471F-CE3E8E44C83E}"/>
          </ac:spMkLst>
        </pc:spChg>
        <pc:spChg chg="add del">
          <ac:chgData name="Goddeti Bhanu Teja Reddy" userId="510ecf834763a4b5" providerId="LiveId" clId="{F8317B90-DAC0-42E2-B8CC-F17BE247D3B2}" dt="2026-02-26T18:24:02.096" v="793" actId="22"/>
          <ac:spMkLst>
            <pc:docMk/>
            <pc:sldMk cId="2986190360" sldId="278"/>
            <ac:spMk id="5" creationId="{8844A56F-729A-FF2B-1DB5-111C2A3A1341}"/>
          </ac:spMkLst>
        </pc:spChg>
      </pc:sldChg>
      <pc:sldChg chg="modSp new mod">
        <pc:chgData name="Goddeti Bhanu Teja Reddy" userId="510ecf834763a4b5" providerId="LiveId" clId="{F8317B90-DAC0-42E2-B8CC-F17BE247D3B2}" dt="2026-02-26T18:31:17.668" v="878" actId="20577"/>
        <pc:sldMkLst>
          <pc:docMk/>
          <pc:sldMk cId="1231085675" sldId="279"/>
        </pc:sldMkLst>
        <pc:spChg chg="mod">
          <ac:chgData name="Goddeti Bhanu Teja Reddy" userId="510ecf834763a4b5" providerId="LiveId" clId="{F8317B90-DAC0-42E2-B8CC-F17BE247D3B2}" dt="2026-02-26T18:26:08.508" v="802"/>
          <ac:spMkLst>
            <pc:docMk/>
            <pc:sldMk cId="1231085675" sldId="279"/>
            <ac:spMk id="2" creationId="{A0C37B85-8DB9-FCEC-D111-BBBDA2B685CA}"/>
          </ac:spMkLst>
        </pc:spChg>
        <pc:spChg chg="mod">
          <ac:chgData name="Goddeti Bhanu Teja Reddy" userId="510ecf834763a4b5" providerId="LiveId" clId="{F8317B90-DAC0-42E2-B8CC-F17BE247D3B2}" dt="2026-02-26T18:31:17.668" v="878" actId="20577"/>
          <ac:spMkLst>
            <pc:docMk/>
            <pc:sldMk cId="1231085675" sldId="279"/>
            <ac:spMk id="3" creationId="{C938FA2B-5A04-64A4-319D-F07890B9B56C}"/>
          </ac:spMkLst>
        </pc:spChg>
      </pc:sldChg>
      <pc:sldChg chg="modSp new mod">
        <pc:chgData name="Goddeti Bhanu Teja Reddy" userId="510ecf834763a4b5" providerId="LiveId" clId="{F8317B90-DAC0-42E2-B8CC-F17BE247D3B2}" dt="2026-02-26T18:30:33.607" v="867" actId="20577"/>
        <pc:sldMkLst>
          <pc:docMk/>
          <pc:sldMk cId="1414044903" sldId="280"/>
        </pc:sldMkLst>
        <pc:spChg chg="mod">
          <ac:chgData name="Goddeti Bhanu Teja Reddy" userId="510ecf834763a4b5" providerId="LiveId" clId="{F8317B90-DAC0-42E2-B8CC-F17BE247D3B2}" dt="2026-02-26T18:28:31.653" v="835"/>
          <ac:spMkLst>
            <pc:docMk/>
            <pc:sldMk cId="1414044903" sldId="280"/>
            <ac:spMk id="2" creationId="{9093A78B-62D0-CB1B-1A67-A58A27A623A8}"/>
          </ac:spMkLst>
        </pc:spChg>
        <pc:spChg chg="mod">
          <ac:chgData name="Goddeti Bhanu Teja Reddy" userId="510ecf834763a4b5" providerId="LiveId" clId="{F8317B90-DAC0-42E2-B8CC-F17BE247D3B2}" dt="2026-02-26T18:30:33.607" v="867" actId="20577"/>
          <ac:spMkLst>
            <pc:docMk/>
            <pc:sldMk cId="1414044903" sldId="280"/>
            <ac:spMk id="3" creationId="{F98A209D-FA52-2483-9CFC-4C6781E296F2}"/>
          </ac:spMkLst>
        </pc:spChg>
      </pc:sldChg>
      <pc:sldChg chg="new del">
        <pc:chgData name="Goddeti Bhanu Teja Reddy" userId="510ecf834763a4b5" providerId="LiveId" clId="{F8317B90-DAC0-42E2-B8CC-F17BE247D3B2}" dt="2026-02-26T18:29:51.063" v="856" actId="680"/>
        <pc:sldMkLst>
          <pc:docMk/>
          <pc:sldMk cId="1548897662" sldId="281"/>
        </pc:sldMkLst>
      </pc:sldChg>
      <pc:sldChg chg="addSp modSp new mod">
        <pc:chgData name="Goddeti Bhanu Teja Reddy" userId="510ecf834763a4b5" providerId="LiveId" clId="{F8317B90-DAC0-42E2-B8CC-F17BE247D3B2}" dt="2026-02-26T18:41:58.453" v="951" actId="20577"/>
        <pc:sldMkLst>
          <pc:docMk/>
          <pc:sldMk cId="2223578262" sldId="281"/>
        </pc:sldMkLst>
        <pc:spChg chg="mod">
          <ac:chgData name="Goddeti Bhanu Teja Reddy" userId="510ecf834763a4b5" providerId="LiveId" clId="{F8317B90-DAC0-42E2-B8CC-F17BE247D3B2}" dt="2026-02-26T18:38:46.855" v="883" actId="113"/>
          <ac:spMkLst>
            <pc:docMk/>
            <pc:sldMk cId="2223578262" sldId="281"/>
            <ac:spMk id="2" creationId="{057C6E6D-CB73-2F03-F7F0-2927CB115C74}"/>
          </ac:spMkLst>
        </pc:spChg>
        <pc:spChg chg="mod">
          <ac:chgData name="Goddeti Bhanu Teja Reddy" userId="510ecf834763a4b5" providerId="LiveId" clId="{F8317B90-DAC0-42E2-B8CC-F17BE247D3B2}" dt="2026-02-26T18:41:58.453" v="951" actId="20577"/>
          <ac:spMkLst>
            <pc:docMk/>
            <pc:sldMk cId="2223578262" sldId="281"/>
            <ac:spMk id="3" creationId="{B125A41E-0C5E-7BEB-9F74-F4D75AFE75B8}"/>
          </ac:spMkLst>
        </pc:spChg>
        <pc:spChg chg="add">
          <ac:chgData name="Goddeti Bhanu Teja Reddy" userId="510ecf834763a4b5" providerId="LiveId" clId="{F8317B90-DAC0-42E2-B8CC-F17BE247D3B2}" dt="2026-02-26T18:40:46.559" v="906"/>
          <ac:spMkLst>
            <pc:docMk/>
            <pc:sldMk cId="2223578262" sldId="281"/>
            <ac:spMk id="4" creationId="{BC573130-2BA9-8FE6-A518-D9680E96327F}"/>
          </ac:spMkLst>
        </pc:spChg>
        <pc:spChg chg="add mod">
          <ac:chgData name="Goddeti Bhanu Teja Reddy" userId="510ecf834763a4b5" providerId="LiveId" clId="{F8317B90-DAC0-42E2-B8CC-F17BE247D3B2}" dt="2026-02-26T18:40:54.837" v="908"/>
          <ac:spMkLst>
            <pc:docMk/>
            <pc:sldMk cId="2223578262" sldId="281"/>
            <ac:spMk id="5" creationId="{E2085130-92A1-817F-0ED2-64D80502593C}"/>
          </ac:spMkLst>
        </pc:spChg>
      </pc:sldChg>
      <pc:sldChg chg="modSp new mod">
        <pc:chgData name="Goddeti Bhanu Teja Reddy" userId="510ecf834763a4b5" providerId="LiveId" clId="{F8317B90-DAC0-42E2-B8CC-F17BE247D3B2}" dt="2026-02-26T18:47:44.246" v="1049" actId="20577"/>
        <pc:sldMkLst>
          <pc:docMk/>
          <pc:sldMk cId="3121729960" sldId="282"/>
        </pc:sldMkLst>
        <pc:spChg chg="mod">
          <ac:chgData name="Goddeti Bhanu Teja Reddy" userId="510ecf834763a4b5" providerId="LiveId" clId="{F8317B90-DAC0-42E2-B8CC-F17BE247D3B2}" dt="2026-02-26T18:42:18.311" v="953"/>
          <ac:spMkLst>
            <pc:docMk/>
            <pc:sldMk cId="3121729960" sldId="282"/>
            <ac:spMk id="2" creationId="{FBD03793-993A-F3BE-3FF1-7BEB9F793494}"/>
          </ac:spMkLst>
        </pc:spChg>
        <pc:spChg chg="mod">
          <ac:chgData name="Goddeti Bhanu Teja Reddy" userId="510ecf834763a4b5" providerId="LiveId" clId="{F8317B90-DAC0-42E2-B8CC-F17BE247D3B2}" dt="2026-02-26T18:47:44.246" v="1049" actId="20577"/>
          <ac:spMkLst>
            <pc:docMk/>
            <pc:sldMk cId="3121729960" sldId="282"/>
            <ac:spMk id="3" creationId="{93634A97-87B6-F9B4-E75E-762FE1475170}"/>
          </ac:spMkLst>
        </pc:spChg>
      </pc:sldChg>
      <pc:sldChg chg="modSp new mod">
        <pc:chgData name="Goddeti Bhanu Teja Reddy" userId="510ecf834763a4b5" providerId="LiveId" clId="{F8317B90-DAC0-42E2-B8CC-F17BE247D3B2}" dt="2026-02-26T18:47:19.155" v="1046" actId="20577"/>
        <pc:sldMkLst>
          <pc:docMk/>
          <pc:sldMk cId="1677705873" sldId="283"/>
        </pc:sldMkLst>
        <pc:spChg chg="mod">
          <ac:chgData name="Goddeti Bhanu Teja Reddy" userId="510ecf834763a4b5" providerId="LiveId" clId="{F8317B90-DAC0-42E2-B8CC-F17BE247D3B2}" dt="2026-02-26T18:45:51.089" v="1025"/>
          <ac:spMkLst>
            <pc:docMk/>
            <pc:sldMk cId="1677705873" sldId="283"/>
            <ac:spMk id="2" creationId="{0FF66BD2-13ED-B4F7-07A1-91A9CAD22941}"/>
          </ac:spMkLst>
        </pc:spChg>
        <pc:spChg chg="mod">
          <ac:chgData name="Goddeti Bhanu Teja Reddy" userId="510ecf834763a4b5" providerId="LiveId" clId="{F8317B90-DAC0-42E2-B8CC-F17BE247D3B2}" dt="2026-02-26T18:47:19.155" v="1046" actId="20577"/>
          <ac:spMkLst>
            <pc:docMk/>
            <pc:sldMk cId="1677705873" sldId="283"/>
            <ac:spMk id="3" creationId="{075022A2-1609-1B6F-58BA-39C73A9F6347}"/>
          </ac:spMkLst>
        </pc:spChg>
      </pc:sldChg>
      <pc:sldMasterChg chg="modSldLayout">
        <pc:chgData name="Goddeti Bhanu Teja Reddy" userId="510ecf834763a4b5" providerId="LiveId" clId="{F8317B90-DAC0-42E2-B8CC-F17BE247D3B2}" dt="2026-02-26T11:43:43.573" v="115" actId="6549"/>
        <pc:sldMasterMkLst>
          <pc:docMk/>
          <pc:sldMasterMk cId="884617294" sldId="2147483856"/>
        </pc:sldMasterMkLst>
        <pc:sldLayoutChg chg="modSp mod">
          <pc:chgData name="Goddeti Bhanu Teja Reddy" userId="510ecf834763a4b5" providerId="LiveId" clId="{F8317B90-DAC0-42E2-B8CC-F17BE247D3B2}" dt="2026-02-26T11:43:43.573" v="115" actId="6549"/>
          <pc:sldLayoutMkLst>
            <pc:docMk/>
            <pc:sldMasterMk cId="884617294" sldId="2147483856"/>
            <pc:sldLayoutMk cId="1131567764" sldId="2147483858"/>
          </pc:sldLayoutMkLst>
          <pc:spChg chg="mod">
            <ac:chgData name="Goddeti Bhanu Teja Reddy" userId="510ecf834763a4b5" providerId="LiveId" clId="{F8317B90-DAC0-42E2-B8CC-F17BE247D3B2}" dt="2026-02-26T11:43:43.573" v="115" actId="6549"/>
            <ac:spMkLst>
              <pc:docMk/>
              <pc:sldMasterMk cId="884617294" sldId="2147483856"/>
              <pc:sldLayoutMk cId="1131567764" sldId="2147483858"/>
              <ac:spMk id="2" creationId="{00000000-0000-0000-0000-000000000000}"/>
            </ac:spMkLst>
          </pc:spChg>
        </pc:sldLayoutChg>
      </pc:sldMasterChg>
      <pc:sldMasterChg chg="new del mod addSldLayout delSldLayout">
        <pc:chgData name="Goddeti Bhanu Teja Reddy" userId="510ecf834763a4b5" providerId="LiveId" clId="{F8317B90-DAC0-42E2-B8CC-F17BE247D3B2}" dt="2026-02-26T11:41:58.376" v="114" actId="6938"/>
        <pc:sldMasterMkLst>
          <pc:docMk/>
          <pc:sldMasterMk cId="1838387688" sldId="2147483874"/>
        </pc:sldMasterMkLst>
        <pc:sldLayoutChg chg="new del replId">
          <pc:chgData name="Goddeti Bhanu Teja Reddy" userId="510ecf834763a4b5" providerId="LiveId" clId="{F8317B90-DAC0-42E2-B8CC-F17BE247D3B2}" dt="2026-02-26T11:41:58.376" v="114" actId="6938"/>
          <pc:sldLayoutMkLst>
            <pc:docMk/>
            <pc:sldMasterMk cId="1838387688" sldId="2147483874"/>
            <pc:sldLayoutMk cId="886947571" sldId="2147483875"/>
          </pc:sldLayoutMkLst>
        </pc:sldLayoutChg>
        <pc:sldLayoutChg chg="new del replId">
          <pc:chgData name="Goddeti Bhanu Teja Reddy" userId="510ecf834763a4b5" providerId="LiveId" clId="{F8317B90-DAC0-42E2-B8CC-F17BE247D3B2}" dt="2026-02-26T11:41:58.376" v="114" actId="6938"/>
          <pc:sldLayoutMkLst>
            <pc:docMk/>
            <pc:sldMasterMk cId="1838387688" sldId="2147483874"/>
            <pc:sldLayoutMk cId="3440625200" sldId="2147483876"/>
          </pc:sldLayoutMkLst>
        </pc:sldLayoutChg>
        <pc:sldLayoutChg chg="new del replId">
          <pc:chgData name="Goddeti Bhanu Teja Reddy" userId="510ecf834763a4b5" providerId="LiveId" clId="{F8317B90-DAC0-42E2-B8CC-F17BE247D3B2}" dt="2026-02-26T11:41:58.376" v="114" actId="6938"/>
          <pc:sldLayoutMkLst>
            <pc:docMk/>
            <pc:sldMasterMk cId="1838387688" sldId="2147483874"/>
            <pc:sldLayoutMk cId="267044815" sldId="2147483877"/>
          </pc:sldLayoutMkLst>
        </pc:sldLayoutChg>
        <pc:sldLayoutChg chg="new del replId">
          <pc:chgData name="Goddeti Bhanu Teja Reddy" userId="510ecf834763a4b5" providerId="LiveId" clId="{F8317B90-DAC0-42E2-B8CC-F17BE247D3B2}" dt="2026-02-26T11:41:58.376" v="114" actId="6938"/>
          <pc:sldLayoutMkLst>
            <pc:docMk/>
            <pc:sldMasterMk cId="1838387688" sldId="2147483874"/>
            <pc:sldLayoutMk cId="3830412369" sldId="2147483878"/>
          </pc:sldLayoutMkLst>
        </pc:sldLayoutChg>
        <pc:sldLayoutChg chg="new del replId">
          <pc:chgData name="Goddeti Bhanu Teja Reddy" userId="510ecf834763a4b5" providerId="LiveId" clId="{F8317B90-DAC0-42E2-B8CC-F17BE247D3B2}" dt="2026-02-26T11:41:58.376" v="114" actId="6938"/>
          <pc:sldLayoutMkLst>
            <pc:docMk/>
            <pc:sldMasterMk cId="1838387688" sldId="2147483874"/>
            <pc:sldLayoutMk cId="2916491341" sldId="2147483879"/>
          </pc:sldLayoutMkLst>
        </pc:sldLayoutChg>
        <pc:sldLayoutChg chg="new del replId">
          <pc:chgData name="Goddeti Bhanu Teja Reddy" userId="510ecf834763a4b5" providerId="LiveId" clId="{F8317B90-DAC0-42E2-B8CC-F17BE247D3B2}" dt="2026-02-26T11:41:58.376" v="114" actId="6938"/>
          <pc:sldLayoutMkLst>
            <pc:docMk/>
            <pc:sldMasterMk cId="1838387688" sldId="2147483874"/>
            <pc:sldLayoutMk cId="507950140" sldId="2147483880"/>
          </pc:sldLayoutMkLst>
        </pc:sldLayoutChg>
        <pc:sldLayoutChg chg="new del replId">
          <pc:chgData name="Goddeti Bhanu Teja Reddy" userId="510ecf834763a4b5" providerId="LiveId" clId="{F8317B90-DAC0-42E2-B8CC-F17BE247D3B2}" dt="2026-02-26T11:41:58.376" v="114" actId="6938"/>
          <pc:sldLayoutMkLst>
            <pc:docMk/>
            <pc:sldMasterMk cId="1838387688" sldId="2147483874"/>
            <pc:sldLayoutMk cId="4187122252" sldId="2147483881"/>
          </pc:sldLayoutMkLst>
        </pc:sldLayoutChg>
        <pc:sldLayoutChg chg="new del replId">
          <pc:chgData name="Goddeti Bhanu Teja Reddy" userId="510ecf834763a4b5" providerId="LiveId" clId="{F8317B90-DAC0-42E2-B8CC-F17BE247D3B2}" dt="2026-02-26T11:41:58.376" v="114" actId="6938"/>
          <pc:sldLayoutMkLst>
            <pc:docMk/>
            <pc:sldMasterMk cId="1838387688" sldId="2147483874"/>
            <pc:sldLayoutMk cId="665912121" sldId="2147483882"/>
          </pc:sldLayoutMkLst>
        </pc:sldLayoutChg>
        <pc:sldLayoutChg chg="new del replId">
          <pc:chgData name="Goddeti Bhanu Teja Reddy" userId="510ecf834763a4b5" providerId="LiveId" clId="{F8317B90-DAC0-42E2-B8CC-F17BE247D3B2}" dt="2026-02-26T11:41:58.376" v="114" actId="6938"/>
          <pc:sldLayoutMkLst>
            <pc:docMk/>
            <pc:sldMasterMk cId="1838387688" sldId="2147483874"/>
            <pc:sldLayoutMk cId="1141305600" sldId="2147483883"/>
          </pc:sldLayoutMkLst>
        </pc:sldLayoutChg>
        <pc:sldLayoutChg chg="new del replId">
          <pc:chgData name="Goddeti Bhanu Teja Reddy" userId="510ecf834763a4b5" providerId="LiveId" clId="{F8317B90-DAC0-42E2-B8CC-F17BE247D3B2}" dt="2026-02-26T11:41:58.376" v="114" actId="6938"/>
          <pc:sldLayoutMkLst>
            <pc:docMk/>
            <pc:sldMasterMk cId="1838387688" sldId="2147483874"/>
            <pc:sldLayoutMk cId="1566641074" sldId="2147483884"/>
          </pc:sldLayoutMkLst>
        </pc:sldLayoutChg>
        <pc:sldLayoutChg chg="new del replId">
          <pc:chgData name="Goddeti Bhanu Teja Reddy" userId="510ecf834763a4b5" providerId="LiveId" clId="{F8317B90-DAC0-42E2-B8CC-F17BE247D3B2}" dt="2026-02-26T11:41:58.376" v="114" actId="6938"/>
          <pc:sldLayoutMkLst>
            <pc:docMk/>
            <pc:sldMasterMk cId="1838387688" sldId="2147483874"/>
            <pc:sldLayoutMk cId="306820568" sldId="2147483885"/>
          </pc:sldLayoutMkLst>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3495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1567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785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5267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4116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3414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8754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1818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99229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0250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50138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49843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2362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32162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88572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13549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2914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2/26/2026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84617294"/>
      </p:ext>
    </p:extLst>
  </p:cSld>
  <p:clrMap bg1="dk1" tx1="lt1" bg2="dk2" tx2="lt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 id="2147483872" r:id="rId16"/>
    <p:sldLayoutId id="214748387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Adventure Works </a:t>
            </a:r>
          </a:p>
        </p:txBody>
      </p:sp>
      <p:sp>
        <p:nvSpPr>
          <p:cNvPr id="3" name="Subtitle 2"/>
          <p:cNvSpPr>
            <a:spLocks noGrp="1"/>
          </p:cNvSpPr>
          <p:nvPr>
            <p:ph type="subTitle" idx="1"/>
          </p:nvPr>
        </p:nvSpPr>
        <p:spPr/>
        <p:txBody>
          <a:bodyPr/>
          <a:lstStyle/>
          <a:p>
            <a:r>
              <a:rPr lang="en-US" dirty="0"/>
              <a:t>Data Analytics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Problem</a:t>
            </a:r>
            <a:r>
              <a:rPr dirty="0"/>
              <a:t> </a:t>
            </a:r>
            <a:r>
              <a:rPr b="1" dirty="0"/>
              <a:t>Statement</a:t>
            </a:r>
          </a:p>
        </p:txBody>
      </p:sp>
      <p:sp>
        <p:nvSpPr>
          <p:cNvPr id="3" name="Content Placeholder 2"/>
          <p:cNvSpPr>
            <a:spLocks noGrp="1"/>
          </p:cNvSpPr>
          <p:nvPr>
            <p:ph idx="1"/>
          </p:nvPr>
        </p:nvSpPr>
        <p:spPr/>
        <p:txBody>
          <a:bodyPr/>
          <a:lstStyle/>
          <a:p>
            <a:pPr marL="0" indent="0" algn="just">
              <a:buNone/>
            </a:pPr>
            <a:endParaRPr lang="en-US" dirty="0"/>
          </a:p>
          <a:p>
            <a:pPr marL="0" indent="0" algn="just">
              <a:buNone/>
            </a:pPr>
            <a:r>
              <a:rPr lang="en-US" dirty="0">
                <a:latin typeface="Bahnschrift Light Condensed" panose="020B0502040204020203" pitchFamily="34" charset="0"/>
              </a:rPr>
              <a:t>Adventure Works Cycles, a global bicycle manufacturing company, aims to expand its market share while reducing operational costs. Despite a successful fiscal year, the company lacks clear visibility into:</a:t>
            </a:r>
          </a:p>
          <a:p>
            <a:pPr>
              <a:buFont typeface="Wingdings" panose="05000000000000000000" pitchFamily="2" charset="2"/>
              <a:buChar char="v"/>
            </a:pPr>
            <a:r>
              <a:rPr lang="en-US" sz="2000" dirty="0">
                <a:latin typeface="Bahnschrift Light Condensed" panose="020B0502040204020203" pitchFamily="34" charset="0"/>
              </a:rPr>
              <a:t>  High-value customers and their purchasing behavior</a:t>
            </a:r>
          </a:p>
          <a:p>
            <a:pPr>
              <a:buFont typeface="Wingdings" panose="05000000000000000000" pitchFamily="2" charset="2"/>
              <a:buChar char="v"/>
            </a:pPr>
            <a:r>
              <a:rPr lang="en-US" sz="2000" dirty="0">
                <a:latin typeface="Bahnschrift Light Condensed" panose="020B0502040204020203" pitchFamily="34" charset="0"/>
              </a:rPr>
              <a:t>  Top-performing products and revenue contributors</a:t>
            </a:r>
          </a:p>
          <a:p>
            <a:pPr>
              <a:buFont typeface="Wingdings" panose="05000000000000000000" pitchFamily="2" charset="2"/>
              <a:buChar char="v"/>
            </a:pPr>
            <a:r>
              <a:rPr lang="en-US" sz="2000" dirty="0">
                <a:latin typeface="Bahnschrift Light Condensed" panose="020B0502040204020203" pitchFamily="34" charset="0"/>
              </a:rPr>
              <a:t>  Regional sales performance across global markets</a:t>
            </a:r>
          </a:p>
          <a:p>
            <a:pPr>
              <a:buFont typeface="Wingdings" panose="05000000000000000000" pitchFamily="2" charset="2"/>
              <a:buChar char="v"/>
            </a:pPr>
            <a:r>
              <a:rPr lang="en-US" sz="2000" dirty="0">
                <a:latin typeface="Bahnschrift Light Condensed" panose="020B0502040204020203" pitchFamily="34" charset="0"/>
              </a:rPr>
              <a:t>  Cost inefficiencies in production and distribution</a:t>
            </a:r>
            <a:endParaRPr sz="2000" dirty="0">
              <a:latin typeface="Bahnschrift Light Condensed" panose="020B050204020402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Data</a:t>
            </a:r>
            <a:r>
              <a:rPr dirty="0"/>
              <a:t> </a:t>
            </a:r>
            <a:r>
              <a:rPr b="1" dirty="0"/>
              <a:t>Sources</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Adventure Works Excel dataset</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Fact and Dimension tables</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Sales, Customers, Products, Geography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Data</a:t>
            </a:r>
            <a:r>
              <a:rPr dirty="0"/>
              <a:t> </a:t>
            </a:r>
            <a:r>
              <a:rPr b="1" dirty="0"/>
              <a:t>Modeling</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Star schema design</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Fact table: Sales</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Dimension tables: Customer, Product, Region, Date</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Established relationships for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Tools</a:t>
            </a:r>
            <a:r>
              <a:rPr dirty="0"/>
              <a:t> </a:t>
            </a:r>
            <a:r>
              <a:rPr b="1" dirty="0"/>
              <a:t>Used</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Excel – data cleaning &amp; preprocessing</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Power BI – dashboard &amp; visualization</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Tableau – interactive analysis</a:t>
            </a:r>
            <a:endParaRPr lang="en-US" dirty="0">
              <a:latin typeface="Bahnschrift Light Condensed" panose="020B0502040204020203" pitchFamily="34" charset="0"/>
            </a:endParaRPr>
          </a:p>
          <a:p>
            <a:pPr>
              <a:buFont typeface="Wingdings" panose="05000000000000000000" pitchFamily="2" charset="2"/>
              <a:buChar char="v"/>
            </a:pPr>
            <a:r>
              <a:rPr lang="en-US" dirty="0">
                <a:latin typeface="Bahnschrift Light Condensed" panose="020B0502040204020203" pitchFamily="34" charset="0"/>
              </a:rPr>
              <a:t> SQL – data extraction, joins, and transformation for analysis</a:t>
            </a:r>
            <a:endParaRPr dirty="0">
              <a:latin typeface="Bahnschrift Light Condensed" panose="020B05020402040202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Key</a:t>
            </a:r>
            <a:r>
              <a:rPr dirty="0"/>
              <a:t> </a:t>
            </a:r>
            <a:r>
              <a:rPr b="1" dirty="0"/>
              <a:t>Dashboards</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Sales performance overview</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Region-wise sales analysis</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Top products &amp; categories</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Customer segmentation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t>Insights</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Identified top-performing regions</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High revenue from specific product categories</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Seasonal sales trends observed</a:t>
            </a:r>
          </a:p>
          <a:p>
            <a:pPr>
              <a:buFont typeface="Wingdings" panose="05000000000000000000" pitchFamily="2" charset="2"/>
              <a:buChar char="v"/>
            </a:pPr>
            <a:r>
              <a:rPr lang="en-US" dirty="0">
                <a:latin typeface="Bahnschrift Light Condensed" panose="020B0502040204020203" pitchFamily="34" charset="0"/>
              </a:rPr>
              <a:t> </a:t>
            </a:r>
            <a:r>
              <a:rPr dirty="0">
                <a:latin typeface="Bahnschrift Light Condensed" panose="020B0502040204020203" pitchFamily="34" charset="0"/>
              </a:rPr>
              <a:t>Key customer segments driving revenue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Dashboard</a:t>
            </a:r>
            <a:r>
              <a:rPr lang="en-US" dirty="0"/>
              <a:t> </a:t>
            </a:r>
            <a:r>
              <a:rPr lang="en-US" b="1" dirty="0"/>
              <a:t>Implementation</a:t>
            </a:r>
          </a:p>
        </p:txBody>
      </p:sp>
      <p:sp>
        <p:nvSpPr>
          <p:cNvPr id="3" name="Content Placeholder 2"/>
          <p:cNvSpPr>
            <a:spLocks noGrp="1"/>
          </p:cNvSpPr>
          <p:nvPr>
            <p:ph idx="1"/>
          </p:nvPr>
        </p:nvSpPr>
        <p:spPr/>
        <p:txBody>
          <a:bodyPr/>
          <a:lstStyle/>
          <a:p>
            <a:pPr marL="0" indent="0">
              <a:buNone/>
            </a:pPr>
            <a:r>
              <a:rPr lang="en-US" dirty="0"/>
              <a:t>EXCEL</a:t>
            </a:r>
          </a:p>
          <a:p>
            <a:pPr>
              <a:buFont typeface="Wingdings" panose="05000000000000000000" pitchFamily="2" charset="2"/>
              <a:buChar char="v"/>
            </a:pPr>
            <a:r>
              <a:rPr lang="en-US" dirty="0">
                <a:latin typeface="Bahnschrift Light Condensed" panose="020B0502040204020203" pitchFamily="34" charset="0"/>
              </a:rPr>
              <a:t> Cleaned raw data (handled missing values, formatting issues)</a:t>
            </a:r>
          </a:p>
          <a:p>
            <a:pPr>
              <a:buFont typeface="Wingdings" panose="05000000000000000000" pitchFamily="2" charset="2"/>
              <a:buChar char="v"/>
            </a:pPr>
            <a:r>
              <a:rPr lang="en-US" dirty="0">
                <a:latin typeface="Bahnschrift Light Condensed" panose="020B0502040204020203" pitchFamily="34" charset="0"/>
              </a:rPr>
              <a:t> Created structured datasets for analysis</a:t>
            </a:r>
          </a:p>
          <a:p>
            <a:pPr>
              <a:buFont typeface="Wingdings" panose="05000000000000000000" pitchFamily="2" charset="2"/>
              <a:buChar char="v"/>
            </a:pPr>
            <a:r>
              <a:rPr lang="en-US" dirty="0">
                <a:latin typeface="Bahnschrift Light Condensed" panose="020B0502040204020203" pitchFamily="34" charset="0"/>
              </a:rPr>
              <a:t> Performed initial data validation</a:t>
            </a:r>
          </a:p>
          <a:p>
            <a:pPr marL="0" indent="0">
              <a:buNone/>
            </a:pPr>
            <a:r>
              <a:rPr lang="en-US" dirty="0"/>
              <a:t>POWER BI</a:t>
            </a:r>
          </a:p>
          <a:p>
            <a:pPr>
              <a:buFont typeface="Wingdings" panose="05000000000000000000" pitchFamily="2" charset="2"/>
              <a:buChar char="v"/>
            </a:pPr>
            <a:r>
              <a:rPr lang="en-US" dirty="0">
                <a:latin typeface="Bahnschrift Light Condensed" panose="020B0502040204020203" pitchFamily="34" charset="0"/>
              </a:rPr>
              <a:t> Built interactive dashboards with KPIs (Sales, Profit, Orders)</a:t>
            </a:r>
          </a:p>
          <a:p>
            <a:pPr>
              <a:buFont typeface="Wingdings" panose="05000000000000000000" pitchFamily="2" charset="2"/>
              <a:buChar char="v"/>
            </a:pPr>
            <a:r>
              <a:rPr lang="en-US" dirty="0">
                <a:latin typeface="Bahnschrift Light Condensed" panose="020B0502040204020203" pitchFamily="34" charset="0"/>
              </a:rPr>
              <a:t> Created DAX measures (Total Sales, Profit %, Growth)</a:t>
            </a:r>
          </a:p>
          <a:p>
            <a:pPr>
              <a:buFont typeface="Wingdings" panose="05000000000000000000" pitchFamily="2" charset="2"/>
              <a:buChar char="v"/>
            </a:pPr>
            <a:r>
              <a:rPr lang="en-US" dirty="0">
                <a:latin typeface="Bahnschrift Light Condensed" panose="020B0502040204020203" pitchFamily="34" charset="0"/>
              </a:rPr>
              <a:t> Designed filters and drill-down features</a:t>
            </a:r>
          </a:p>
          <a:p>
            <a:pPr marL="0" indent="0">
              <a:buNone/>
            </a:pPr>
            <a:endParaRPr dirty="0">
              <a:latin typeface="Bahnschrift Light Condensed" panose="020B0502040204020203"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D20AE-5174-E014-7B1A-F116CB082222}"/>
              </a:ext>
            </a:extLst>
          </p:cNvPr>
          <p:cNvSpPr>
            <a:spLocks noGrp="1"/>
          </p:cNvSpPr>
          <p:nvPr>
            <p:ph type="title"/>
          </p:nvPr>
        </p:nvSpPr>
        <p:spPr/>
        <p:txBody>
          <a:bodyPr>
            <a:normAutofit/>
          </a:bodyPr>
          <a:lstStyle/>
          <a:p>
            <a:r>
              <a:rPr lang="en-US" dirty="0"/>
              <a:t> </a:t>
            </a:r>
            <a:r>
              <a:rPr lang="en-US" b="1" dirty="0"/>
              <a:t>Dashboard</a:t>
            </a:r>
            <a:r>
              <a:rPr lang="en-US" dirty="0"/>
              <a:t> </a:t>
            </a:r>
            <a:r>
              <a:rPr lang="en-US" b="1" dirty="0"/>
              <a:t>Implementation</a:t>
            </a:r>
          </a:p>
        </p:txBody>
      </p:sp>
      <p:sp>
        <p:nvSpPr>
          <p:cNvPr id="3" name="Content Placeholder 2">
            <a:extLst>
              <a:ext uri="{FF2B5EF4-FFF2-40B4-BE49-F238E27FC236}">
                <a16:creationId xmlns:a16="http://schemas.microsoft.com/office/drawing/2014/main" id="{63843A31-77E6-267A-95BC-EE2DC859BB28}"/>
              </a:ext>
            </a:extLst>
          </p:cNvPr>
          <p:cNvSpPr>
            <a:spLocks noGrp="1"/>
          </p:cNvSpPr>
          <p:nvPr>
            <p:ph idx="1"/>
          </p:nvPr>
        </p:nvSpPr>
        <p:spPr/>
        <p:txBody>
          <a:bodyPr/>
          <a:lstStyle/>
          <a:p>
            <a:pPr marL="0" indent="0">
              <a:buNone/>
            </a:pPr>
            <a:r>
              <a:rPr lang="en-US" dirty="0"/>
              <a:t>TABLEAU</a:t>
            </a:r>
          </a:p>
          <a:p>
            <a:pPr>
              <a:buFont typeface="Wingdings" panose="05000000000000000000" pitchFamily="2" charset="2"/>
              <a:buChar char="v"/>
            </a:pPr>
            <a:r>
              <a:rPr lang="en-US" dirty="0">
                <a:latin typeface="Bahnschrift Light Condensed" panose="020B0502040204020203" pitchFamily="34" charset="0"/>
              </a:rPr>
              <a:t> Developed visual dashboards for trend analysis</a:t>
            </a:r>
          </a:p>
          <a:p>
            <a:pPr>
              <a:buFont typeface="Wingdings" panose="05000000000000000000" pitchFamily="2" charset="2"/>
              <a:buChar char="v"/>
            </a:pPr>
            <a:r>
              <a:rPr lang="en-US" dirty="0">
                <a:latin typeface="Bahnschrift Light Condensed" panose="020B0502040204020203" pitchFamily="34" charset="0"/>
              </a:rPr>
              <a:t> Created region-wise and product-wise insights</a:t>
            </a:r>
          </a:p>
          <a:p>
            <a:pPr>
              <a:buFont typeface="Wingdings" panose="05000000000000000000" pitchFamily="2" charset="2"/>
              <a:buChar char="v"/>
            </a:pPr>
            <a:r>
              <a:rPr lang="en-US" dirty="0">
                <a:latin typeface="Bahnschrift Light Condensed" panose="020B0502040204020203" pitchFamily="34" charset="0"/>
              </a:rPr>
              <a:t> Used interactive filters for business exploration</a:t>
            </a:r>
          </a:p>
          <a:p>
            <a:pPr marL="0" indent="0">
              <a:buNone/>
            </a:pPr>
            <a:r>
              <a:rPr lang="en-US" dirty="0"/>
              <a:t>SQL</a:t>
            </a:r>
          </a:p>
          <a:p>
            <a:pPr>
              <a:buFont typeface="Wingdings" panose="05000000000000000000" pitchFamily="2" charset="2"/>
              <a:buChar char="v"/>
            </a:pPr>
            <a:r>
              <a:rPr lang="en-US" dirty="0">
                <a:latin typeface="Bahnschrift Light Condensed" panose="020B0502040204020203" pitchFamily="34" charset="0"/>
              </a:rPr>
              <a:t> Wrote queries using </a:t>
            </a:r>
            <a:r>
              <a:rPr lang="en-US" b="1" dirty="0">
                <a:latin typeface="Bahnschrift Light Condensed" panose="020B0502040204020203" pitchFamily="34" charset="0"/>
              </a:rPr>
              <a:t>JOIN, GROUP BY, WHERE</a:t>
            </a:r>
          </a:p>
          <a:p>
            <a:pPr>
              <a:buFont typeface="Wingdings" panose="05000000000000000000" pitchFamily="2" charset="2"/>
              <a:buChar char="v"/>
            </a:pPr>
            <a:r>
              <a:rPr lang="en-US" dirty="0">
                <a:latin typeface="Bahnschrift Light Condensed" panose="020B0502040204020203" pitchFamily="34" charset="0"/>
              </a:rPr>
              <a:t> Extracted and transformed data from multiple tables</a:t>
            </a:r>
          </a:p>
          <a:p>
            <a:pPr>
              <a:buFont typeface="Wingdings" panose="05000000000000000000" pitchFamily="2" charset="2"/>
              <a:buChar char="v"/>
            </a:pPr>
            <a:r>
              <a:rPr lang="en-US" dirty="0">
                <a:latin typeface="Bahnschrift Light Condensed" panose="020B0502040204020203" pitchFamily="34" charset="0"/>
              </a:rPr>
              <a:t> Prepared analysis-ready datasets</a:t>
            </a:r>
          </a:p>
        </p:txBody>
      </p:sp>
    </p:spTree>
    <p:extLst>
      <p:ext uri="{BB962C8B-B14F-4D97-AF65-F5344CB8AC3E}">
        <p14:creationId xmlns:p14="http://schemas.microsoft.com/office/powerpoint/2010/main" val="425008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29F6-CB3B-06BE-CE70-23480C7D1CE8}"/>
              </a:ext>
            </a:extLst>
          </p:cNvPr>
          <p:cNvSpPr>
            <a:spLocks noGrp="1"/>
          </p:cNvSpPr>
          <p:nvPr>
            <p:ph type="title"/>
          </p:nvPr>
        </p:nvSpPr>
        <p:spPr/>
        <p:txBody>
          <a:bodyPr/>
          <a:lstStyle/>
          <a:p>
            <a:r>
              <a:rPr lang="en-US" b="1" dirty="0"/>
              <a:t>EXCEL</a:t>
            </a:r>
            <a:r>
              <a:rPr lang="en-US" dirty="0"/>
              <a:t>  </a:t>
            </a:r>
            <a:r>
              <a:rPr lang="en-US" b="1" dirty="0"/>
              <a:t>Dashboard</a:t>
            </a:r>
          </a:p>
        </p:txBody>
      </p:sp>
      <p:pic>
        <p:nvPicPr>
          <p:cNvPr id="5" name="Content Placeholder 4">
            <a:extLst>
              <a:ext uri="{FF2B5EF4-FFF2-40B4-BE49-F238E27FC236}">
                <a16:creationId xmlns:a16="http://schemas.microsoft.com/office/drawing/2014/main" id="{BD4276D4-805F-4518-E377-78E8B67943A6}"/>
              </a:ext>
            </a:extLst>
          </p:cNvPr>
          <p:cNvPicPr>
            <a:picLocks noGrp="1" noChangeAspect="1"/>
          </p:cNvPicPr>
          <p:nvPr>
            <p:ph idx="1"/>
          </p:nvPr>
        </p:nvPicPr>
        <p:blipFill>
          <a:blip r:embed="rId2"/>
          <a:stretch>
            <a:fillRect/>
          </a:stretch>
        </p:blipFill>
        <p:spPr>
          <a:xfrm>
            <a:off x="676755" y="1895345"/>
            <a:ext cx="7790490" cy="4070350"/>
          </a:xfrm>
          <a:prstGeom prst="rect">
            <a:avLst/>
          </a:prstGeom>
        </p:spPr>
      </p:pic>
    </p:spTree>
    <p:extLst>
      <p:ext uri="{BB962C8B-B14F-4D97-AF65-F5344CB8AC3E}">
        <p14:creationId xmlns:p14="http://schemas.microsoft.com/office/powerpoint/2010/main" val="314028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8D3AE-62BB-594E-AEF1-87709F0C385D}"/>
              </a:ext>
            </a:extLst>
          </p:cNvPr>
          <p:cNvSpPr>
            <a:spLocks noGrp="1"/>
          </p:cNvSpPr>
          <p:nvPr>
            <p:ph type="title"/>
          </p:nvPr>
        </p:nvSpPr>
        <p:spPr/>
        <p:txBody>
          <a:bodyPr/>
          <a:lstStyle/>
          <a:p>
            <a:r>
              <a:rPr lang="en-US" b="1" dirty="0"/>
              <a:t>Dashboard Development Process</a:t>
            </a:r>
            <a:endParaRPr lang="en-US" dirty="0"/>
          </a:p>
        </p:txBody>
      </p:sp>
      <p:sp>
        <p:nvSpPr>
          <p:cNvPr id="3" name="Content Placeholder 2">
            <a:extLst>
              <a:ext uri="{FF2B5EF4-FFF2-40B4-BE49-F238E27FC236}">
                <a16:creationId xmlns:a16="http://schemas.microsoft.com/office/drawing/2014/main" id="{6B93933C-3B73-77A3-DEF6-559EBDD2AEC5}"/>
              </a:ext>
            </a:extLst>
          </p:cNvPr>
          <p:cNvSpPr>
            <a:spLocks noGrp="1"/>
          </p:cNvSpPr>
          <p:nvPr>
            <p:ph idx="1"/>
          </p:nvPr>
        </p:nvSpPr>
        <p:spPr/>
        <p:txBody>
          <a:bodyPr/>
          <a:lstStyle/>
          <a:p>
            <a:pPr marL="0" indent="0">
              <a:buNone/>
            </a:pPr>
            <a:r>
              <a:rPr lang="en-US" dirty="0"/>
              <a:t>Data Collection</a:t>
            </a:r>
          </a:p>
          <a:p>
            <a:pPr>
              <a:buFont typeface="Wingdings" panose="05000000000000000000" pitchFamily="2" charset="2"/>
              <a:buChar char="v"/>
            </a:pPr>
            <a:r>
              <a:rPr lang="en-US" dirty="0">
                <a:latin typeface="Bahnschrift Light Condensed" panose="020B0502040204020203" pitchFamily="34" charset="0"/>
              </a:rPr>
              <a:t> Imported data into Excel from source files</a:t>
            </a:r>
          </a:p>
          <a:p>
            <a:pPr marL="0" indent="0">
              <a:buNone/>
            </a:pPr>
            <a:r>
              <a:rPr lang="en-US" dirty="0"/>
              <a:t>Data Cleaning</a:t>
            </a:r>
          </a:p>
          <a:p>
            <a:pPr>
              <a:buFont typeface="Wingdings" panose="05000000000000000000" pitchFamily="2" charset="2"/>
              <a:buChar char="v"/>
            </a:pPr>
            <a:r>
              <a:rPr lang="en-US" dirty="0">
                <a:latin typeface="Bahnschrift Light Condensed" panose="020B0502040204020203" pitchFamily="34" charset="0"/>
              </a:rPr>
              <a:t> Removed duplicates, handled missing values, formatted data</a:t>
            </a:r>
          </a:p>
          <a:p>
            <a:pPr marL="0" indent="0">
              <a:buNone/>
            </a:pPr>
            <a:r>
              <a:rPr lang="en-US" dirty="0"/>
              <a:t>Data Preparation</a:t>
            </a:r>
            <a:r>
              <a:rPr lang="en-US" dirty="0">
                <a:latin typeface="Bahnschrift Light Condensed" panose="020B0502040204020203" pitchFamily="34" charset="0"/>
              </a:rPr>
              <a:t> </a:t>
            </a:r>
          </a:p>
          <a:p>
            <a:pPr>
              <a:buFont typeface="Wingdings" panose="05000000000000000000" pitchFamily="2" charset="2"/>
              <a:buChar char="v"/>
            </a:pPr>
            <a:r>
              <a:rPr lang="en-US" dirty="0">
                <a:latin typeface="Bahnschrift Light Condensed" panose="020B0502040204020203" pitchFamily="34" charset="0"/>
              </a:rPr>
              <a:t>Organized data into structured tables for analysis</a:t>
            </a:r>
          </a:p>
          <a:p>
            <a:pPr marL="0" indent="0">
              <a:buNone/>
            </a:pPr>
            <a:r>
              <a:rPr lang="en-US" dirty="0"/>
              <a:t>Data Linking</a:t>
            </a:r>
          </a:p>
          <a:p>
            <a:pPr>
              <a:buFont typeface="Wingdings" panose="05000000000000000000" pitchFamily="2" charset="2"/>
              <a:buChar char="v"/>
            </a:pPr>
            <a:r>
              <a:rPr lang="en-US" dirty="0">
                <a:latin typeface="Bahnschrift Light Condensed" panose="020B0502040204020203" pitchFamily="34" charset="0"/>
              </a:rPr>
              <a:t> Used relationships via common fields (or combined using sheets)</a:t>
            </a:r>
          </a:p>
          <a:p>
            <a:pPr marL="0" indent="0">
              <a:buNone/>
            </a:pPr>
            <a:endParaRPr lang="en-US" dirty="0">
              <a:latin typeface="Bahnschrift Light Condensed" panose="020B0502040204020203" pitchFamily="34" charset="0"/>
            </a:endParaRPr>
          </a:p>
        </p:txBody>
      </p:sp>
    </p:spTree>
    <p:extLst>
      <p:ext uri="{BB962C8B-B14F-4D97-AF65-F5344CB8AC3E}">
        <p14:creationId xmlns:p14="http://schemas.microsoft.com/office/powerpoint/2010/main" val="1834247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E1B80-F9FD-A871-A069-3B456B1AC920}"/>
              </a:ext>
            </a:extLst>
          </p:cNvPr>
          <p:cNvSpPr>
            <a:spLocks noGrp="1"/>
          </p:cNvSpPr>
          <p:nvPr>
            <p:ph type="title"/>
          </p:nvPr>
        </p:nvSpPr>
        <p:spPr/>
        <p:txBody>
          <a:bodyPr/>
          <a:lstStyle/>
          <a:p>
            <a:r>
              <a:rPr lang="en-US" b="1" dirty="0"/>
              <a:t>Dashboard</a:t>
            </a:r>
            <a:r>
              <a:rPr lang="en-US" dirty="0"/>
              <a:t> </a:t>
            </a:r>
            <a:r>
              <a:rPr lang="en-US" b="1" dirty="0"/>
              <a:t>Development</a:t>
            </a:r>
            <a:r>
              <a:rPr lang="en-US" dirty="0"/>
              <a:t> </a:t>
            </a:r>
            <a:r>
              <a:rPr lang="en-US" b="1" dirty="0"/>
              <a:t>Process</a:t>
            </a:r>
          </a:p>
        </p:txBody>
      </p:sp>
      <p:sp>
        <p:nvSpPr>
          <p:cNvPr id="3" name="Content Placeholder 2">
            <a:extLst>
              <a:ext uri="{FF2B5EF4-FFF2-40B4-BE49-F238E27FC236}">
                <a16:creationId xmlns:a16="http://schemas.microsoft.com/office/drawing/2014/main" id="{9C333F99-46D8-21AF-39C9-1153854932ED}"/>
              </a:ext>
            </a:extLst>
          </p:cNvPr>
          <p:cNvSpPr>
            <a:spLocks noGrp="1"/>
          </p:cNvSpPr>
          <p:nvPr>
            <p:ph idx="1"/>
          </p:nvPr>
        </p:nvSpPr>
        <p:spPr/>
        <p:txBody>
          <a:bodyPr/>
          <a:lstStyle/>
          <a:p>
            <a:pPr marL="0" indent="0">
              <a:buNone/>
            </a:pPr>
            <a:r>
              <a:rPr lang="en-US" dirty="0"/>
              <a:t>Calculations </a:t>
            </a:r>
          </a:p>
          <a:p>
            <a:pPr>
              <a:buFont typeface="Wingdings" panose="05000000000000000000" pitchFamily="2" charset="2"/>
              <a:buChar char="v"/>
            </a:pPr>
            <a:r>
              <a:rPr lang="en-US" dirty="0">
                <a:latin typeface="Bahnschrift Light Condensed" panose="020B0502040204020203" pitchFamily="34" charset="0"/>
              </a:rPr>
              <a:t> Created formulas </a:t>
            </a:r>
            <a:r>
              <a:rPr lang="en-US" b="1" dirty="0">
                <a:latin typeface="Bahnschrift Light Condensed" panose="020B0502040204020203" pitchFamily="34" charset="0"/>
              </a:rPr>
              <a:t>Total Sales, Total Cost, Profit, Profit Margin %  </a:t>
            </a:r>
            <a:r>
              <a:rPr lang="en-US" dirty="0">
                <a:latin typeface="Bahnschrift Light Condensed" panose="020B0502040204020203" pitchFamily="34" charset="0"/>
              </a:rPr>
              <a:t>Some</a:t>
            </a:r>
            <a:r>
              <a:rPr lang="en-US" b="1" dirty="0">
                <a:latin typeface="Bahnschrift Light Condensed" panose="020B0502040204020203" pitchFamily="34" charset="0"/>
              </a:rPr>
              <a:t> </a:t>
            </a:r>
            <a:r>
              <a:rPr lang="en-US" dirty="0">
                <a:latin typeface="Bahnschrift Light Condensed" panose="020B0502040204020203" pitchFamily="34" charset="0"/>
              </a:rPr>
              <a:t>extra</a:t>
            </a:r>
            <a:r>
              <a:rPr lang="en-US" b="1" dirty="0">
                <a:latin typeface="Bahnschrift Light Condensed" panose="020B0502040204020203" pitchFamily="34" charset="0"/>
              </a:rPr>
              <a:t> </a:t>
            </a:r>
            <a:r>
              <a:rPr lang="en-US" dirty="0" err="1">
                <a:latin typeface="Bahnschrift Light Condensed" panose="020B0502040204020203" pitchFamily="34" charset="0"/>
              </a:rPr>
              <a:t>usefull</a:t>
            </a:r>
            <a:r>
              <a:rPr lang="en-US" b="1" dirty="0">
                <a:latin typeface="Bahnschrift Light Condensed" panose="020B0502040204020203" pitchFamily="34" charset="0"/>
              </a:rPr>
              <a:t> </a:t>
            </a:r>
            <a:r>
              <a:rPr lang="en-US" dirty="0">
                <a:latin typeface="Bahnschrift Light Condensed" panose="020B0502040204020203" pitchFamily="34" charset="0"/>
              </a:rPr>
              <a:t>columns</a:t>
            </a:r>
            <a:r>
              <a:rPr lang="en-US" b="1" dirty="0">
                <a:latin typeface="Bahnschrift Light Condensed" panose="020B0502040204020203" pitchFamily="34" charset="0"/>
              </a:rPr>
              <a:t> </a:t>
            </a:r>
            <a:r>
              <a:rPr lang="en-US" dirty="0">
                <a:latin typeface="Bahnschrift Light Condensed" panose="020B0502040204020203" pitchFamily="34" charset="0"/>
              </a:rPr>
              <a:t>also</a:t>
            </a:r>
            <a:r>
              <a:rPr lang="en-US" b="1" dirty="0">
                <a:latin typeface="Bahnschrift Light Condensed" panose="020B0502040204020203" pitchFamily="34" charset="0"/>
              </a:rPr>
              <a:t>.</a:t>
            </a:r>
          </a:p>
          <a:p>
            <a:pPr marL="0" indent="0">
              <a:buNone/>
            </a:pPr>
            <a:r>
              <a:rPr lang="en-US" dirty="0"/>
              <a:t>Visualization Design</a:t>
            </a:r>
          </a:p>
          <a:p>
            <a:pPr>
              <a:buFont typeface="Wingdings" panose="05000000000000000000" pitchFamily="2" charset="2"/>
              <a:buChar char="v"/>
            </a:pPr>
            <a:r>
              <a:rPr lang="en-US" dirty="0">
                <a:latin typeface="Bahnschrift Light Condensed" panose="020B0502040204020203" pitchFamily="34" charset="0"/>
              </a:rPr>
              <a:t> Built KPI cards, bar charts, line charts, and slicers for analysis</a:t>
            </a:r>
          </a:p>
          <a:p>
            <a:pPr marL="0" indent="0">
              <a:buNone/>
            </a:pPr>
            <a:r>
              <a:rPr lang="en-US" dirty="0"/>
              <a:t>Insights &amp; Analysis</a:t>
            </a:r>
          </a:p>
          <a:p>
            <a:pPr>
              <a:buFont typeface="Wingdings" panose="05000000000000000000" pitchFamily="2" charset="2"/>
              <a:buChar char="v"/>
            </a:pPr>
            <a:r>
              <a:rPr lang="en-US" dirty="0">
                <a:latin typeface="Bahnschrift Light Condensed" panose="020B0502040204020203" pitchFamily="34" charset="0"/>
              </a:rPr>
              <a:t> Identified trends, top-performing periods, and profitability</a:t>
            </a:r>
          </a:p>
        </p:txBody>
      </p:sp>
    </p:spTree>
    <p:extLst>
      <p:ext uri="{BB962C8B-B14F-4D97-AF65-F5344CB8AC3E}">
        <p14:creationId xmlns:p14="http://schemas.microsoft.com/office/powerpoint/2010/main" val="916123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3F0E5-346B-7657-A5B3-DC6784407965}"/>
              </a:ext>
            </a:extLst>
          </p:cNvPr>
          <p:cNvSpPr>
            <a:spLocks noGrp="1"/>
          </p:cNvSpPr>
          <p:nvPr>
            <p:ph type="title"/>
          </p:nvPr>
        </p:nvSpPr>
        <p:spPr/>
        <p:txBody>
          <a:bodyPr/>
          <a:lstStyle/>
          <a:p>
            <a:r>
              <a:rPr lang="en-US" b="1" dirty="0"/>
              <a:t>Dashboard</a:t>
            </a:r>
            <a:r>
              <a:rPr lang="en-US" dirty="0"/>
              <a:t> </a:t>
            </a:r>
            <a:r>
              <a:rPr lang="en-US" b="1" dirty="0"/>
              <a:t>Overview</a:t>
            </a:r>
            <a:r>
              <a:rPr lang="en-US" dirty="0"/>
              <a:t> </a:t>
            </a:r>
          </a:p>
        </p:txBody>
      </p:sp>
      <p:sp>
        <p:nvSpPr>
          <p:cNvPr id="3" name="Content Placeholder 2">
            <a:extLst>
              <a:ext uri="{FF2B5EF4-FFF2-40B4-BE49-F238E27FC236}">
                <a16:creationId xmlns:a16="http://schemas.microsoft.com/office/drawing/2014/main" id="{FDEA874F-D64E-00BB-C5CD-0191175E0395}"/>
              </a:ext>
            </a:extLst>
          </p:cNvPr>
          <p:cNvSpPr>
            <a:spLocks noGrp="1"/>
          </p:cNvSpPr>
          <p:nvPr>
            <p:ph idx="1"/>
          </p:nvPr>
        </p:nvSpPr>
        <p:spPr/>
        <p:txBody>
          <a:bodyPr/>
          <a:lstStyle/>
          <a:p>
            <a:pPr marL="0" indent="0">
              <a:buNone/>
            </a:pPr>
            <a:r>
              <a:rPr lang="en-US" dirty="0"/>
              <a:t>KPIs Summary</a:t>
            </a:r>
          </a:p>
          <a:p>
            <a:pPr>
              <a:buFont typeface="Wingdings" panose="05000000000000000000" pitchFamily="2" charset="2"/>
              <a:buChar char="v"/>
            </a:pPr>
            <a:r>
              <a:rPr lang="en-US" dirty="0">
                <a:latin typeface="Bahnschrift Light Condensed" panose="020B0502040204020203" pitchFamily="34" charset="0"/>
              </a:rPr>
              <a:t> Displays Total Sales, Production Cost, Profit, and Profit Margin</a:t>
            </a:r>
          </a:p>
          <a:p>
            <a:pPr marL="0" indent="0">
              <a:buNone/>
            </a:pPr>
            <a:r>
              <a:rPr lang="en-US" dirty="0"/>
              <a:t>Regional Analysis</a:t>
            </a:r>
          </a:p>
          <a:p>
            <a:pPr>
              <a:buFont typeface="Wingdings" panose="05000000000000000000" pitchFamily="2" charset="2"/>
              <a:buChar char="v"/>
            </a:pPr>
            <a:r>
              <a:rPr lang="en-US" dirty="0">
                <a:latin typeface="Bahnschrift Light Condensed" panose="020B0502040204020203" pitchFamily="34" charset="0"/>
              </a:rPr>
              <a:t> Compares profit across countries</a:t>
            </a:r>
          </a:p>
          <a:p>
            <a:pPr>
              <a:buFont typeface="Wingdings" panose="05000000000000000000" pitchFamily="2" charset="2"/>
              <a:buChar char="v"/>
            </a:pPr>
            <a:r>
              <a:rPr lang="en-US" dirty="0">
                <a:latin typeface="Bahnschrift Light Condensed" panose="020B0502040204020203" pitchFamily="34" charset="0"/>
              </a:rPr>
              <a:t> Identifies top and underperforming regions</a:t>
            </a:r>
          </a:p>
          <a:p>
            <a:pPr marL="0" indent="0">
              <a:buNone/>
            </a:pPr>
            <a:r>
              <a:rPr lang="en-US" dirty="0"/>
              <a:t>Product Performance</a:t>
            </a:r>
          </a:p>
          <a:p>
            <a:pPr>
              <a:buFont typeface="Wingdings" panose="05000000000000000000" pitchFamily="2" charset="2"/>
              <a:buChar char="v"/>
            </a:pPr>
            <a:r>
              <a:rPr lang="en-US" dirty="0">
                <a:latin typeface="Bahnschrift Light Condensed" panose="020B0502040204020203" pitchFamily="34" charset="0"/>
              </a:rPr>
              <a:t> Highlights top products contributing to revenue</a:t>
            </a:r>
          </a:p>
          <a:p>
            <a:pPr marL="0" indent="0">
              <a:buNone/>
            </a:pPr>
            <a:endParaRPr lang="en-US" dirty="0">
              <a:latin typeface="Bahnschrift Light Condensed" panose="020B0502040204020203" pitchFamily="34" charset="0"/>
            </a:endParaRPr>
          </a:p>
          <a:p>
            <a:endParaRPr lang="en-US" dirty="0"/>
          </a:p>
          <a:p>
            <a:endParaRPr lang="en-US" dirty="0"/>
          </a:p>
        </p:txBody>
      </p:sp>
    </p:spTree>
    <p:extLst>
      <p:ext uri="{BB962C8B-B14F-4D97-AF65-F5344CB8AC3E}">
        <p14:creationId xmlns:p14="http://schemas.microsoft.com/office/powerpoint/2010/main" val="1229396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FBEA7-3C3D-B5BA-145F-5CB6F8C71719}"/>
              </a:ext>
            </a:extLst>
          </p:cNvPr>
          <p:cNvSpPr>
            <a:spLocks noGrp="1"/>
          </p:cNvSpPr>
          <p:nvPr>
            <p:ph type="title"/>
          </p:nvPr>
        </p:nvSpPr>
        <p:spPr>
          <a:xfrm>
            <a:off x="1987420" y="513184"/>
            <a:ext cx="6562220" cy="1212979"/>
          </a:xfrm>
        </p:spPr>
        <p:txBody>
          <a:bodyPr/>
          <a:lstStyle/>
          <a:p>
            <a:r>
              <a:rPr lang="en-US" b="1" dirty="0"/>
              <a:t>Dashboard</a:t>
            </a:r>
            <a:r>
              <a:rPr lang="en-US" dirty="0"/>
              <a:t> </a:t>
            </a:r>
            <a:r>
              <a:rPr lang="en-US" b="1" dirty="0"/>
              <a:t>Overview</a:t>
            </a:r>
          </a:p>
        </p:txBody>
      </p:sp>
      <p:sp>
        <p:nvSpPr>
          <p:cNvPr id="3" name="Content Placeholder 2">
            <a:extLst>
              <a:ext uri="{FF2B5EF4-FFF2-40B4-BE49-F238E27FC236}">
                <a16:creationId xmlns:a16="http://schemas.microsoft.com/office/drawing/2014/main" id="{899E5537-F765-DA9B-AFD8-01E0E74B4CF7}"/>
              </a:ext>
            </a:extLst>
          </p:cNvPr>
          <p:cNvSpPr>
            <a:spLocks noGrp="1"/>
          </p:cNvSpPr>
          <p:nvPr>
            <p:ph idx="1"/>
          </p:nvPr>
        </p:nvSpPr>
        <p:spPr>
          <a:xfrm>
            <a:off x="594360" y="1726163"/>
            <a:ext cx="7955280" cy="4537477"/>
          </a:xfrm>
        </p:spPr>
        <p:txBody>
          <a:bodyPr/>
          <a:lstStyle/>
          <a:p>
            <a:pPr marL="0" indent="0">
              <a:buNone/>
            </a:pPr>
            <a:r>
              <a:rPr lang="en-US" dirty="0"/>
              <a:t>Trend</a:t>
            </a:r>
            <a:r>
              <a:rPr lang="en-US" b="1" dirty="0"/>
              <a:t> </a:t>
            </a:r>
            <a:r>
              <a:rPr lang="en-US" dirty="0"/>
              <a:t>Analysis</a:t>
            </a:r>
          </a:p>
          <a:p>
            <a:pPr>
              <a:buFont typeface="Wingdings" panose="05000000000000000000" pitchFamily="2" charset="2"/>
              <a:buChar char="v"/>
            </a:pPr>
            <a:r>
              <a:rPr lang="en-US" dirty="0">
                <a:latin typeface="Bahnschrift Light Condensed" panose="020B0502040204020203" pitchFamily="34" charset="0"/>
              </a:rPr>
              <a:t> Shows profit vs cost over time</a:t>
            </a:r>
          </a:p>
          <a:p>
            <a:pPr>
              <a:buFont typeface="Wingdings" panose="05000000000000000000" pitchFamily="2" charset="2"/>
              <a:buChar char="v"/>
            </a:pPr>
            <a:r>
              <a:rPr lang="en-US" dirty="0">
                <a:latin typeface="Bahnschrift Light Condensed" panose="020B0502040204020203" pitchFamily="34" charset="0"/>
              </a:rPr>
              <a:t> Identifies growth patterns</a:t>
            </a:r>
          </a:p>
          <a:p>
            <a:pPr marL="0" indent="0">
              <a:buNone/>
            </a:pPr>
            <a:r>
              <a:rPr lang="en-US" dirty="0"/>
              <a:t>Data Analysis (Pivot-Based)</a:t>
            </a:r>
          </a:p>
          <a:p>
            <a:pPr>
              <a:buFont typeface="Wingdings" panose="05000000000000000000" pitchFamily="2" charset="2"/>
              <a:buChar char="v"/>
            </a:pPr>
            <a:r>
              <a:rPr lang="en-US" dirty="0">
                <a:latin typeface="Bahnschrift Light Condensed" panose="020B0502040204020203" pitchFamily="34" charset="0"/>
              </a:rPr>
              <a:t> Uses Pivot Tables and Charts for summarized insights</a:t>
            </a:r>
          </a:p>
          <a:p>
            <a:pPr marL="0" indent="0">
              <a:buNone/>
            </a:pPr>
            <a:r>
              <a:rPr lang="en-US" dirty="0"/>
              <a:t>Key</a:t>
            </a:r>
            <a:r>
              <a:rPr lang="en-US" b="1" dirty="0"/>
              <a:t> </a:t>
            </a:r>
            <a:r>
              <a:rPr lang="en-US" dirty="0"/>
              <a:t>Insights</a:t>
            </a:r>
          </a:p>
          <a:p>
            <a:pPr>
              <a:buFont typeface="Wingdings" panose="05000000000000000000" pitchFamily="2" charset="2"/>
              <a:buChar char="v"/>
            </a:pPr>
            <a:r>
              <a:rPr lang="en-US" dirty="0">
                <a:latin typeface="Bahnschrift Light Condensed" panose="020B0502040204020203" pitchFamily="34" charset="0"/>
              </a:rPr>
              <a:t> Few products generate majority revenue</a:t>
            </a:r>
          </a:p>
          <a:p>
            <a:pPr>
              <a:buFont typeface="Wingdings" panose="05000000000000000000" pitchFamily="2" charset="2"/>
              <a:buChar char="v"/>
            </a:pPr>
            <a:r>
              <a:rPr lang="en-US" dirty="0">
                <a:latin typeface="Bahnschrift Light Condensed" panose="020B0502040204020203" pitchFamily="34" charset="0"/>
              </a:rPr>
              <a:t> Some regions outperform others</a:t>
            </a:r>
          </a:p>
          <a:p>
            <a:pPr marL="0" indent="0">
              <a:buNone/>
            </a:pPr>
            <a:endParaRPr lang="en-US" dirty="0"/>
          </a:p>
        </p:txBody>
      </p:sp>
    </p:spTree>
    <p:extLst>
      <p:ext uri="{BB962C8B-B14F-4D97-AF65-F5344CB8AC3E}">
        <p14:creationId xmlns:p14="http://schemas.microsoft.com/office/powerpoint/2010/main" val="2763229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C581-AC5A-94E7-3474-7202F389A820}"/>
              </a:ext>
            </a:extLst>
          </p:cNvPr>
          <p:cNvSpPr>
            <a:spLocks noGrp="1"/>
          </p:cNvSpPr>
          <p:nvPr>
            <p:ph type="title"/>
          </p:nvPr>
        </p:nvSpPr>
        <p:spPr/>
        <p:txBody>
          <a:bodyPr/>
          <a:lstStyle/>
          <a:p>
            <a:r>
              <a:rPr lang="en-US" b="1" dirty="0"/>
              <a:t>Power bi</a:t>
            </a:r>
            <a:r>
              <a:rPr lang="en-US" dirty="0"/>
              <a:t>  </a:t>
            </a:r>
            <a:r>
              <a:rPr lang="en-US" b="1" dirty="0"/>
              <a:t>Dashboard</a:t>
            </a:r>
            <a:endParaRPr lang="en-US" dirty="0"/>
          </a:p>
        </p:txBody>
      </p:sp>
      <p:pic>
        <p:nvPicPr>
          <p:cNvPr id="5" name="Content Placeholder 4">
            <a:extLst>
              <a:ext uri="{FF2B5EF4-FFF2-40B4-BE49-F238E27FC236}">
                <a16:creationId xmlns:a16="http://schemas.microsoft.com/office/drawing/2014/main" id="{D5C9D2D3-8253-211F-476D-9F127C7DD88C}"/>
              </a:ext>
            </a:extLst>
          </p:cNvPr>
          <p:cNvPicPr>
            <a:picLocks noGrp="1" noChangeAspect="1"/>
          </p:cNvPicPr>
          <p:nvPr>
            <p:ph idx="1"/>
          </p:nvPr>
        </p:nvPicPr>
        <p:blipFill>
          <a:blip r:embed="rId2"/>
          <a:stretch>
            <a:fillRect/>
          </a:stretch>
        </p:blipFill>
        <p:spPr>
          <a:xfrm>
            <a:off x="966993" y="2023277"/>
            <a:ext cx="7210014" cy="4070350"/>
          </a:xfrm>
          <a:prstGeom prst="rect">
            <a:avLst/>
          </a:prstGeom>
        </p:spPr>
      </p:pic>
    </p:spTree>
    <p:extLst>
      <p:ext uri="{BB962C8B-B14F-4D97-AF65-F5344CB8AC3E}">
        <p14:creationId xmlns:p14="http://schemas.microsoft.com/office/powerpoint/2010/main" val="2235057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2C95E-C54C-C954-6C65-8455CB606003}"/>
              </a:ext>
            </a:extLst>
          </p:cNvPr>
          <p:cNvSpPr>
            <a:spLocks noGrp="1"/>
          </p:cNvSpPr>
          <p:nvPr>
            <p:ph type="title"/>
          </p:nvPr>
        </p:nvSpPr>
        <p:spPr/>
        <p:txBody>
          <a:bodyPr/>
          <a:lstStyle/>
          <a:p>
            <a:r>
              <a:rPr lang="en-US" b="1" dirty="0"/>
              <a:t>Dashboard</a:t>
            </a:r>
            <a:r>
              <a:rPr lang="en-US" dirty="0"/>
              <a:t> </a:t>
            </a:r>
            <a:r>
              <a:rPr lang="en-US" b="1" dirty="0"/>
              <a:t>Development</a:t>
            </a:r>
            <a:r>
              <a:rPr lang="en-US" dirty="0"/>
              <a:t> </a:t>
            </a:r>
            <a:r>
              <a:rPr lang="en-US" b="1" dirty="0"/>
              <a:t>Process</a:t>
            </a:r>
            <a:endParaRPr lang="en-US" dirty="0"/>
          </a:p>
        </p:txBody>
      </p:sp>
      <p:sp>
        <p:nvSpPr>
          <p:cNvPr id="3" name="Content Placeholder 2">
            <a:extLst>
              <a:ext uri="{FF2B5EF4-FFF2-40B4-BE49-F238E27FC236}">
                <a16:creationId xmlns:a16="http://schemas.microsoft.com/office/drawing/2014/main" id="{BC7B826B-FAF4-D820-1642-7AE7A2BA88A7}"/>
              </a:ext>
            </a:extLst>
          </p:cNvPr>
          <p:cNvSpPr>
            <a:spLocks noGrp="1"/>
          </p:cNvSpPr>
          <p:nvPr>
            <p:ph idx="1"/>
          </p:nvPr>
        </p:nvSpPr>
        <p:spPr/>
        <p:txBody>
          <a:bodyPr/>
          <a:lstStyle/>
          <a:p>
            <a:pPr marL="0" indent="0">
              <a:buNone/>
            </a:pPr>
            <a:r>
              <a:rPr lang="en-US" dirty="0"/>
              <a:t>Data Loading</a:t>
            </a:r>
          </a:p>
          <a:p>
            <a:pPr>
              <a:buFont typeface="Wingdings" panose="05000000000000000000" pitchFamily="2" charset="2"/>
              <a:buChar char="v"/>
            </a:pPr>
            <a:r>
              <a:rPr lang="en-US" dirty="0">
                <a:latin typeface="Bahnschrift Light Condensed" panose="020B0502040204020203" pitchFamily="34" charset="0"/>
              </a:rPr>
              <a:t> Imported data from Excel into Power BI</a:t>
            </a:r>
          </a:p>
          <a:p>
            <a:pPr marL="0" indent="0">
              <a:buNone/>
            </a:pPr>
            <a:r>
              <a:rPr lang="en-US" dirty="0"/>
              <a:t>Data Cleaning</a:t>
            </a:r>
          </a:p>
          <a:p>
            <a:pPr>
              <a:buFont typeface="Wingdings" panose="05000000000000000000" pitchFamily="2" charset="2"/>
              <a:buChar char="v"/>
            </a:pPr>
            <a:r>
              <a:rPr lang="en-US" dirty="0">
                <a:latin typeface="Bahnschrift Light Condensed" panose="020B0502040204020203" pitchFamily="34" charset="0"/>
              </a:rPr>
              <a:t> Handled missing values and corrected data types using Power Query</a:t>
            </a:r>
          </a:p>
          <a:p>
            <a:pPr marL="0" indent="0">
              <a:buNone/>
            </a:pPr>
            <a:r>
              <a:rPr lang="en-US" dirty="0"/>
              <a:t>Data Modeling</a:t>
            </a:r>
          </a:p>
          <a:p>
            <a:pPr>
              <a:buFont typeface="Wingdings" panose="05000000000000000000" pitchFamily="2" charset="2"/>
              <a:buChar char="v"/>
            </a:pPr>
            <a:r>
              <a:rPr lang="en-US" dirty="0">
                <a:latin typeface="Bahnschrift Light Condensed" panose="020B0502040204020203" pitchFamily="34" charset="0"/>
              </a:rPr>
              <a:t> Designed </a:t>
            </a:r>
            <a:r>
              <a:rPr lang="en-US" b="1" dirty="0">
                <a:latin typeface="Bahnschrift Light Condensed" panose="020B0502040204020203" pitchFamily="34" charset="0"/>
              </a:rPr>
              <a:t>Star Schema</a:t>
            </a:r>
            <a:r>
              <a:rPr lang="en-US" dirty="0">
                <a:latin typeface="Bahnschrift Light Condensed" panose="020B0502040204020203" pitchFamily="34" charset="0"/>
              </a:rPr>
              <a:t> with fact and dimension tables</a:t>
            </a:r>
          </a:p>
          <a:p>
            <a:pPr marL="0" indent="0">
              <a:buNone/>
            </a:pPr>
            <a:r>
              <a:rPr lang="en-US" dirty="0"/>
              <a:t>Table Relationships</a:t>
            </a:r>
          </a:p>
          <a:p>
            <a:pPr>
              <a:buFont typeface="Wingdings" panose="05000000000000000000" pitchFamily="2" charset="2"/>
              <a:buChar char="v"/>
            </a:pPr>
            <a:r>
              <a:rPr lang="en-US" dirty="0">
                <a:latin typeface="Bahnschrift Light Condensed" panose="020B0502040204020203" pitchFamily="34" charset="0"/>
              </a:rPr>
              <a:t>Created one-to-many relationships between tables</a:t>
            </a:r>
          </a:p>
          <a:p>
            <a:pPr marL="0" indent="0">
              <a:buNone/>
            </a:pPr>
            <a:endParaRPr lang="en-US" dirty="0"/>
          </a:p>
        </p:txBody>
      </p:sp>
    </p:spTree>
    <p:extLst>
      <p:ext uri="{BB962C8B-B14F-4D97-AF65-F5344CB8AC3E}">
        <p14:creationId xmlns:p14="http://schemas.microsoft.com/office/powerpoint/2010/main" val="2255115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89A2A-1589-6E4D-834B-3BE5A6496C77}"/>
              </a:ext>
            </a:extLst>
          </p:cNvPr>
          <p:cNvSpPr>
            <a:spLocks noGrp="1"/>
          </p:cNvSpPr>
          <p:nvPr>
            <p:ph type="title"/>
          </p:nvPr>
        </p:nvSpPr>
        <p:spPr/>
        <p:txBody>
          <a:bodyPr/>
          <a:lstStyle/>
          <a:p>
            <a:r>
              <a:rPr lang="en-US" b="1" dirty="0"/>
              <a:t>Dashboard</a:t>
            </a:r>
            <a:r>
              <a:rPr lang="en-US" dirty="0"/>
              <a:t> </a:t>
            </a:r>
            <a:r>
              <a:rPr lang="en-US" b="1" dirty="0"/>
              <a:t>Development</a:t>
            </a:r>
            <a:r>
              <a:rPr lang="en-US" dirty="0"/>
              <a:t> </a:t>
            </a:r>
            <a:r>
              <a:rPr lang="en-US" b="1" dirty="0"/>
              <a:t>Process</a:t>
            </a:r>
            <a:endParaRPr lang="en-US" dirty="0"/>
          </a:p>
        </p:txBody>
      </p:sp>
      <p:sp>
        <p:nvSpPr>
          <p:cNvPr id="3" name="Content Placeholder 2">
            <a:extLst>
              <a:ext uri="{FF2B5EF4-FFF2-40B4-BE49-F238E27FC236}">
                <a16:creationId xmlns:a16="http://schemas.microsoft.com/office/drawing/2014/main" id="{05F12291-2737-5C5E-A686-D425E6E8C5AA}"/>
              </a:ext>
            </a:extLst>
          </p:cNvPr>
          <p:cNvSpPr>
            <a:spLocks noGrp="1"/>
          </p:cNvSpPr>
          <p:nvPr>
            <p:ph idx="1"/>
          </p:nvPr>
        </p:nvSpPr>
        <p:spPr/>
        <p:txBody>
          <a:bodyPr/>
          <a:lstStyle/>
          <a:p>
            <a:pPr marL="0" indent="0">
              <a:buNone/>
            </a:pPr>
            <a:r>
              <a:rPr lang="en-US" dirty="0"/>
              <a:t>DAX Calculations</a:t>
            </a:r>
          </a:p>
          <a:p>
            <a:pPr>
              <a:buFont typeface="Wingdings" panose="05000000000000000000" pitchFamily="2" charset="2"/>
              <a:buChar char="v"/>
            </a:pPr>
            <a:r>
              <a:rPr lang="en-US" dirty="0">
                <a:latin typeface="Bahnschrift Light Condensed" panose="020B0502040204020203" pitchFamily="34" charset="0"/>
              </a:rPr>
              <a:t> Created measures: Total Sales, Total Cost, Profit, Profit Margin</a:t>
            </a:r>
          </a:p>
          <a:p>
            <a:pPr marL="0" indent="0">
              <a:buNone/>
            </a:pPr>
            <a:r>
              <a:rPr lang="en-US" dirty="0"/>
              <a:t>Visualization Design</a:t>
            </a:r>
          </a:p>
          <a:p>
            <a:pPr>
              <a:buFont typeface="Wingdings" panose="05000000000000000000" pitchFamily="2" charset="2"/>
              <a:buChar char="v"/>
            </a:pPr>
            <a:r>
              <a:rPr lang="en-US" dirty="0">
                <a:latin typeface="Bahnschrift Light Condensed" panose="020B0502040204020203" pitchFamily="34" charset="0"/>
              </a:rPr>
              <a:t> Built KPI cards, charts, and slicers for analysis</a:t>
            </a:r>
          </a:p>
          <a:p>
            <a:pPr marL="0" indent="0">
              <a:buNone/>
            </a:pPr>
            <a:r>
              <a:rPr lang="en-US" dirty="0"/>
              <a:t>Insights &amp; Analysis</a:t>
            </a:r>
          </a:p>
          <a:p>
            <a:pPr>
              <a:buFont typeface="Wingdings" panose="05000000000000000000" pitchFamily="2" charset="2"/>
              <a:buChar char="v"/>
            </a:pPr>
            <a:r>
              <a:rPr lang="en-US" dirty="0">
                <a:latin typeface="Bahnschrift Light Condensed" panose="020B0502040204020203" pitchFamily="34" charset="0"/>
              </a:rPr>
              <a:t> Identified key trends, top products, and profitable regions</a:t>
            </a:r>
          </a:p>
        </p:txBody>
      </p:sp>
    </p:spTree>
    <p:extLst>
      <p:ext uri="{BB962C8B-B14F-4D97-AF65-F5344CB8AC3E}">
        <p14:creationId xmlns:p14="http://schemas.microsoft.com/office/powerpoint/2010/main" val="3984921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5CECA-9916-EE19-7BDA-DB9956DEC768}"/>
              </a:ext>
            </a:extLst>
          </p:cNvPr>
          <p:cNvSpPr>
            <a:spLocks noGrp="1"/>
          </p:cNvSpPr>
          <p:nvPr>
            <p:ph type="title"/>
          </p:nvPr>
        </p:nvSpPr>
        <p:spPr/>
        <p:txBody>
          <a:bodyPr/>
          <a:lstStyle/>
          <a:p>
            <a:r>
              <a:rPr lang="en-US" b="1" dirty="0"/>
              <a:t>Dashboard</a:t>
            </a:r>
            <a:r>
              <a:rPr lang="en-US" dirty="0"/>
              <a:t> </a:t>
            </a:r>
            <a:r>
              <a:rPr lang="en-US" b="1" dirty="0"/>
              <a:t>Overview</a:t>
            </a:r>
            <a:endParaRPr lang="en-US" dirty="0"/>
          </a:p>
        </p:txBody>
      </p:sp>
      <p:sp>
        <p:nvSpPr>
          <p:cNvPr id="3" name="Content Placeholder 2">
            <a:extLst>
              <a:ext uri="{FF2B5EF4-FFF2-40B4-BE49-F238E27FC236}">
                <a16:creationId xmlns:a16="http://schemas.microsoft.com/office/drawing/2014/main" id="{B0B4CA65-6877-26CC-8815-9635DC01C41C}"/>
              </a:ext>
            </a:extLst>
          </p:cNvPr>
          <p:cNvSpPr>
            <a:spLocks noGrp="1"/>
          </p:cNvSpPr>
          <p:nvPr>
            <p:ph idx="1"/>
          </p:nvPr>
        </p:nvSpPr>
        <p:spPr/>
        <p:txBody>
          <a:bodyPr/>
          <a:lstStyle/>
          <a:p>
            <a:pPr marL="0" indent="0">
              <a:buNone/>
            </a:pPr>
            <a:r>
              <a:rPr lang="en-US" dirty="0"/>
              <a:t>KPIs</a:t>
            </a:r>
            <a:r>
              <a:rPr lang="en-US" b="1" dirty="0"/>
              <a:t> </a:t>
            </a:r>
            <a:r>
              <a:rPr lang="en-US" dirty="0"/>
              <a:t>Summary</a:t>
            </a:r>
          </a:p>
          <a:p>
            <a:pPr>
              <a:buFont typeface="Wingdings" panose="05000000000000000000" pitchFamily="2" charset="2"/>
              <a:buChar char="v"/>
            </a:pPr>
            <a:r>
              <a:rPr lang="en-US" dirty="0">
                <a:latin typeface="Bahnschrift Light Condensed" panose="020B0502040204020203" pitchFamily="34" charset="0"/>
              </a:rPr>
              <a:t> Total Customers, Orders, Sales, Cost, and Profit</a:t>
            </a:r>
          </a:p>
          <a:p>
            <a:pPr marL="0" indent="0">
              <a:buNone/>
            </a:pPr>
            <a:r>
              <a:rPr lang="en-US" dirty="0"/>
              <a:t>Year &amp; Quarter</a:t>
            </a:r>
            <a:r>
              <a:rPr lang="en-US" b="1" dirty="0"/>
              <a:t> </a:t>
            </a:r>
            <a:r>
              <a:rPr lang="en-US" dirty="0"/>
              <a:t>Analysis</a:t>
            </a:r>
          </a:p>
          <a:p>
            <a:pPr>
              <a:buFont typeface="Wingdings" panose="05000000000000000000" pitchFamily="2" charset="2"/>
              <a:buChar char="v"/>
            </a:pPr>
            <a:r>
              <a:rPr lang="en-US" dirty="0">
                <a:latin typeface="Bahnschrift Light Condensed" panose="020B0502040204020203" pitchFamily="34" charset="0"/>
              </a:rPr>
              <a:t> Sales distribution across years and quarters</a:t>
            </a:r>
          </a:p>
          <a:p>
            <a:pPr>
              <a:buFont typeface="Wingdings" panose="05000000000000000000" pitchFamily="2" charset="2"/>
              <a:buChar char="v"/>
            </a:pPr>
            <a:r>
              <a:rPr lang="en-US" dirty="0">
                <a:latin typeface="Bahnschrift Light Condensed" panose="020B0502040204020203" pitchFamily="34" charset="0"/>
              </a:rPr>
              <a:t> Identifies top-performing periods and seasonality</a:t>
            </a:r>
          </a:p>
          <a:p>
            <a:pPr marL="0" indent="0">
              <a:buNone/>
            </a:pPr>
            <a:r>
              <a:rPr lang="en-US" dirty="0"/>
              <a:t>Monthly Trends</a:t>
            </a:r>
          </a:p>
          <a:p>
            <a:pPr>
              <a:buFont typeface="Wingdings" panose="05000000000000000000" pitchFamily="2" charset="2"/>
              <a:buChar char="v"/>
            </a:pPr>
            <a:r>
              <a:rPr lang="en-US" dirty="0">
                <a:latin typeface="Bahnschrift Light Condensed" panose="020B0502040204020203" pitchFamily="34" charset="0"/>
              </a:rPr>
              <a:t> Compares Sales vs Production Cost</a:t>
            </a:r>
          </a:p>
          <a:p>
            <a:pPr>
              <a:buFont typeface="Wingdings" panose="05000000000000000000" pitchFamily="2" charset="2"/>
              <a:buChar char="v"/>
            </a:pPr>
            <a:r>
              <a:rPr lang="en-US" dirty="0">
                <a:latin typeface="Bahnschrift Light Condensed" panose="020B0502040204020203" pitchFamily="34" charset="0"/>
              </a:rPr>
              <a:t> Tracks growth and cost variations</a:t>
            </a:r>
          </a:p>
          <a:p>
            <a:pPr marL="0" indent="0">
              <a:buNone/>
            </a:pPr>
            <a:endParaRPr lang="en-US" dirty="0">
              <a:latin typeface="Bahnschrift Light Condensed" panose="020B0502040204020203" pitchFamily="34" charset="0"/>
            </a:endParaRPr>
          </a:p>
          <a:p>
            <a:pPr marL="0" indent="0">
              <a:buNone/>
            </a:pPr>
            <a:endParaRPr lang="en-US" dirty="0"/>
          </a:p>
        </p:txBody>
      </p:sp>
    </p:spTree>
    <p:extLst>
      <p:ext uri="{BB962C8B-B14F-4D97-AF65-F5344CB8AC3E}">
        <p14:creationId xmlns:p14="http://schemas.microsoft.com/office/powerpoint/2010/main" val="3061840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7EE98-89D1-0844-2583-1479DCA25C79}"/>
              </a:ext>
            </a:extLst>
          </p:cNvPr>
          <p:cNvSpPr>
            <a:spLocks noGrp="1"/>
          </p:cNvSpPr>
          <p:nvPr>
            <p:ph type="title"/>
          </p:nvPr>
        </p:nvSpPr>
        <p:spPr/>
        <p:txBody>
          <a:bodyPr/>
          <a:lstStyle/>
          <a:p>
            <a:r>
              <a:rPr lang="en-US" b="1" dirty="0"/>
              <a:t>Dashboard</a:t>
            </a:r>
            <a:r>
              <a:rPr lang="en-US" dirty="0"/>
              <a:t> </a:t>
            </a:r>
            <a:r>
              <a:rPr lang="en-US" b="1" dirty="0"/>
              <a:t>Overview</a:t>
            </a:r>
            <a:endParaRPr lang="en-US" dirty="0"/>
          </a:p>
        </p:txBody>
      </p:sp>
      <p:sp>
        <p:nvSpPr>
          <p:cNvPr id="3" name="Content Placeholder 2">
            <a:extLst>
              <a:ext uri="{FF2B5EF4-FFF2-40B4-BE49-F238E27FC236}">
                <a16:creationId xmlns:a16="http://schemas.microsoft.com/office/drawing/2014/main" id="{79F272DD-EFCC-63A8-1026-394518C76B40}"/>
              </a:ext>
            </a:extLst>
          </p:cNvPr>
          <p:cNvSpPr>
            <a:spLocks noGrp="1"/>
          </p:cNvSpPr>
          <p:nvPr>
            <p:ph idx="1"/>
          </p:nvPr>
        </p:nvSpPr>
        <p:spPr/>
        <p:txBody>
          <a:bodyPr/>
          <a:lstStyle/>
          <a:p>
            <a:pPr marL="0" indent="0">
              <a:buNone/>
            </a:pPr>
            <a:r>
              <a:rPr lang="en-US" dirty="0"/>
              <a:t>Productivity Insights</a:t>
            </a:r>
          </a:p>
          <a:p>
            <a:pPr>
              <a:buFont typeface="Wingdings" panose="05000000000000000000" pitchFamily="2" charset="2"/>
              <a:buChar char="v"/>
            </a:pPr>
            <a:r>
              <a:rPr lang="en-US" dirty="0">
                <a:latin typeface="Bahnschrift Light Condensed" panose="020B0502040204020203" pitchFamily="34" charset="0"/>
              </a:rPr>
              <a:t> Monthly sales breakdown for detailed analysis</a:t>
            </a:r>
          </a:p>
          <a:p>
            <a:pPr marL="0" indent="0">
              <a:buNone/>
            </a:pPr>
            <a:r>
              <a:rPr lang="en-US" dirty="0"/>
              <a:t>Filters</a:t>
            </a:r>
          </a:p>
          <a:p>
            <a:pPr>
              <a:buFont typeface="Wingdings" panose="05000000000000000000" pitchFamily="2" charset="2"/>
              <a:buChar char="v"/>
            </a:pPr>
            <a:r>
              <a:rPr lang="en-US" dirty="0">
                <a:latin typeface="Bahnschrift Light Condensed" panose="020B0502040204020203" pitchFamily="34" charset="0"/>
              </a:rPr>
              <a:t> Year and Quarter selection for analysis</a:t>
            </a:r>
          </a:p>
          <a:p>
            <a:pPr marL="0" indent="0">
              <a:buNone/>
            </a:pPr>
            <a:r>
              <a:rPr lang="en-US" dirty="0"/>
              <a:t>Key Insights</a:t>
            </a:r>
          </a:p>
          <a:p>
            <a:pPr>
              <a:buFont typeface="Wingdings" panose="05000000000000000000" pitchFamily="2" charset="2"/>
              <a:buChar char="v"/>
            </a:pPr>
            <a:r>
              <a:rPr lang="en-US" dirty="0">
                <a:latin typeface="Bahnschrift Light Condensed" panose="020B0502040204020203" pitchFamily="34" charset="0"/>
              </a:rPr>
              <a:t> Sales show steady growth over time</a:t>
            </a:r>
          </a:p>
          <a:p>
            <a:pPr>
              <a:buFont typeface="Wingdings" panose="05000000000000000000" pitchFamily="2" charset="2"/>
              <a:buChar char="v"/>
            </a:pPr>
            <a:r>
              <a:rPr lang="en-US" dirty="0">
                <a:latin typeface="Bahnschrift Light Condensed" panose="020B0502040204020203" pitchFamily="34" charset="0"/>
              </a:rPr>
              <a:t> Certain months contribute higher revenue</a:t>
            </a:r>
          </a:p>
          <a:p>
            <a:pPr>
              <a:buFont typeface="Wingdings" panose="05000000000000000000" pitchFamily="2" charset="2"/>
              <a:buChar char="v"/>
            </a:pPr>
            <a:r>
              <a:rPr lang="en-US" dirty="0">
                <a:latin typeface="Bahnschrift Light Condensed" panose="020B0502040204020203" pitchFamily="34" charset="0"/>
              </a:rPr>
              <a:t> Profit remains strong compared to cost</a:t>
            </a:r>
          </a:p>
        </p:txBody>
      </p:sp>
    </p:spTree>
    <p:extLst>
      <p:ext uri="{BB962C8B-B14F-4D97-AF65-F5344CB8AC3E}">
        <p14:creationId xmlns:p14="http://schemas.microsoft.com/office/powerpoint/2010/main" val="4101843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A4EFA-F64B-02D0-96A1-03D1CB4CA814}"/>
              </a:ext>
            </a:extLst>
          </p:cNvPr>
          <p:cNvSpPr>
            <a:spLocks noGrp="1"/>
          </p:cNvSpPr>
          <p:nvPr>
            <p:ph type="title"/>
          </p:nvPr>
        </p:nvSpPr>
        <p:spPr/>
        <p:txBody>
          <a:bodyPr/>
          <a:lstStyle/>
          <a:p>
            <a:r>
              <a:rPr lang="en-US" b="1" dirty="0"/>
              <a:t>tableau</a:t>
            </a:r>
            <a:r>
              <a:rPr lang="en-US" dirty="0"/>
              <a:t>  </a:t>
            </a:r>
            <a:r>
              <a:rPr lang="en-US" b="1" dirty="0"/>
              <a:t>Dashboard</a:t>
            </a:r>
            <a:endParaRPr lang="en-US" dirty="0"/>
          </a:p>
        </p:txBody>
      </p:sp>
      <p:pic>
        <p:nvPicPr>
          <p:cNvPr id="5" name="Content Placeholder 4">
            <a:extLst>
              <a:ext uri="{FF2B5EF4-FFF2-40B4-BE49-F238E27FC236}">
                <a16:creationId xmlns:a16="http://schemas.microsoft.com/office/drawing/2014/main" id="{351CC934-D685-7B5A-0382-20DB7E4EC380}"/>
              </a:ext>
            </a:extLst>
          </p:cNvPr>
          <p:cNvPicPr>
            <a:picLocks noGrp="1" noChangeAspect="1"/>
          </p:cNvPicPr>
          <p:nvPr>
            <p:ph idx="1"/>
          </p:nvPr>
        </p:nvPicPr>
        <p:blipFill>
          <a:blip r:embed="rId2"/>
          <a:stretch>
            <a:fillRect/>
          </a:stretch>
        </p:blipFill>
        <p:spPr>
          <a:xfrm>
            <a:off x="593725" y="2272453"/>
            <a:ext cx="7956550" cy="3913294"/>
          </a:xfrm>
          <a:prstGeom prst="rect">
            <a:avLst/>
          </a:prstGeom>
        </p:spPr>
      </p:pic>
    </p:spTree>
    <p:extLst>
      <p:ext uri="{BB962C8B-B14F-4D97-AF65-F5344CB8AC3E}">
        <p14:creationId xmlns:p14="http://schemas.microsoft.com/office/powerpoint/2010/main" val="1224014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7EFCE-2927-FA79-3D3C-C6282F348BF6}"/>
              </a:ext>
            </a:extLst>
          </p:cNvPr>
          <p:cNvSpPr>
            <a:spLocks noGrp="1"/>
          </p:cNvSpPr>
          <p:nvPr>
            <p:ph type="title"/>
          </p:nvPr>
        </p:nvSpPr>
        <p:spPr/>
        <p:txBody>
          <a:bodyPr/>
          <a:lstStyle/>
          <a:p>
            <a:r>
              <a:rPr lang="en-US" b="1" dirty="0"/>
              <a:t>Dashboard</a:t>
            </a:r>
            <a:r>
              <a:rPr lang="en-US" dirty="0"/>
              <a:t> </a:t>
            </a:r>
            <a:r>
              <a:rPr lang="en-US" b="1" dirty="0"/>
              <a:t>Development</a:t>
            </a:r>
            <a:r>
              <a:rPr lang="en-US" dirty="0"/>
              <a:t> </a:t>
            </a:r>
            <a:r>
              <a:rPr lang="en-US" b="1" dirty="0"/>
              <a:t>Process</a:t>
            </a:r>
            <a:endParaRPr lang="en-US" dirty="0"/>
          </a:p>
        </p:txBody>
      </p:sp>
      <p:sp>
        <p:nvSpPr>
          <p:cNvPr id="3" name="Content Placeholder 2">
            <a:extLst>
              <a:ext uri="{FF2B5EF4-FFF2-40B4-BE49-F238E27FC236}">
                <a16:creationId xmlns:a16="http://schemas.microsoft.com/office/drawing/2014/main" id="{8D3AC199-40B2-C096-5CD0-39B22249F268}"/>
              </a:ext>
            </a:extLst>
          </p:cNvPr>
          <p:cNvSpPr>
            <a:spLocks noGrp="1"/>
          </p:cNvSpPr>
          <p:nvPr>
            <p:ph idx="1"/>
          </p:nvPr>
        </p:nvSpPr>
        <p:spPr/>
        <p:txBody>
          <a:bodyPr/>
          <a:lstStyle/>
          <a:p>
            <a:pPr marL="0" indent="0">
              <a:buNone/>
            </a:pPr>
            <a:r>
              <a:rPr lang="en-US" dirty="0"/>
              <a:t>Data Connection</a:t>
            </a:r>
          </a:p>
          <a:p>
            <a:pPr>
              <a:buFont typeface="Wingdings" panose="05000000000000000000" pitchFamily="2" charset="2"/>
              <a:buChar char="v"/>
            </a:pPr>
            <a:r>
              <a:rPr lang="en-US" dirty="0">
                <a:latin typeface="Bahnschrift Light Condensed" panose="020B0502040204020203" pitchFamily="34" charset="0"/>
              </a:rPr>
              <a:t> Connected data from Excel/CSV into Tableau</a:t>
            </a:r>
          </a:p>
          <a:p>
            <a:pPr marL="0" indent="0">
              <a:buNone/>
            </a:pPr>
            <a:r>
              <a:rPr lang="en-US" dirty="0"/>
              <a:t>Data Cleaning</a:t>
            </a:r>
          </a:p>
          <a:p>
            <a:pPr>
              <a:buFont typeface="Wingdings" panose="05000000000000000000" pitchFamily="2" charset="2"/>
              <a:buChar char="v"/>
            </a:pPr>
            <a:r>
              <a:rPr lang="en-US" dirty="0">
                <a:latin typeface="Bahnschrift Light Condensed" panose="020B0502040204020203" pitchFamily="34" charset="0"/>
              </a:rPr>
              <a:t> Handled missing values and corrected data types</a:t>
            </a:r>
          </a:p>
          <a:p>
            <a:pPr marL="0" indent="0">
              <a:buNone/>
            </a:pPr>
            <a:r>
              <a:rPr lang="en-US" dirty="0"/>
              <a:t>Data Modeling</a:t>
            </a:r>
          </a:p>
          <a:p>
            <a:pPr>
              <a:buFont typeface="Wingdings" panose="05000000000000000000" pitchFamily="2" charset="2"/>
              <a:buChar char="v"/>
            </a:pPr>
            <a:r>
              <a:rPr lang="en-US" dirty="0">
                <a:latin typeface="Bahnschrift Light Condensed" panose="020B0502040204020203" pitchFamily="34" charset="0"/>
              </a:rPr>
              <a:t> Combined tables using joins/relationships</a:t>
            </a:r>
          </a:p>
          <a:p>
            <a:pPr marL="0" indent="0">
              <a:buNone/>
            </a:pPr>
            <a:r>
              <a:rPr lang="en-US" dirty="0"/>
              <a:t>Table Relationships</a:t>
            </a:r>
          </a:p>
          <a:p>
            <a:pPr>
              <a:buFont typeface="Wingdings" panose="05000000000000000000" pitchFamily="2" charset="2"/>
              <a:buChar char="v"/>
            </a:pPr>
            <a:r>
              <a:rPr lang="en-US" dirty="0">
                <a:latin typeface="Bahnschrift Light Condensed" panose="020B0502040204020203" pitchFamily="34" charset="0"/>
              </a:rPr>
              <a:t> Linked Sales with Product, Customer, and Date tables</a:t>
            </a:r>
          </a:p>
        </p:txBody>
      </p:sp>
    </p:spTree>
    <p:extLst>
      <p:ext uri="{BB962C8B-B14F-4D97-AF65-F5344CB8AC3E}">
        <p14:creationId xmlns:p14="http://schemas.microsoft.com/office/powerpoint/2010/main" val="241220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2DD06-CF56-D020-35CD-426E0AF55A4E}"/>
              </a:ext>
            </a:extLst>
          </p:cNvPr>
          <p:cNvSpPr>
            <a:spLocks noGrp="1"/>
          </p:cNvSpPr>
          <p:nvPr>
            <p:ph type="title"/>
          </p:nvPr>
        </p:nvSpPr>
        <p:spPr/>
        <p:txBody>
          <a:bodyPr/>
          <a:lstStyle/>
          <a:p>
            <a:r>
              <a:rPr lang="en-US" b="1" dirty="0"/>
              <a:t>Dashboard</a:t>
            </a:r>
            <a:r>
              <a:rPr lang="en-US" dirty="0"/>
              <a:t> </a:t>
            </a:r>
            <a:r>
              <a:rPr lang="en-US" b="1" dirty="0"/>
              <a:t>Development</a:t>
            </a:r>
            <a:r>
              <a:rPr lang="en-US" dirty="0"/>
              <a:t> </a:t>
            </a:r>
            <a:r>
              <a:rPr lang="en-US" b="1" dirty="0"/>
              <a:t>Process</a:t>
            </a:r>
            <a:endParaRPr lang="en-US" dirty="0"/>
          </a:p>
        </p:txBody>
      </p:sp>
      <p:sp>
        <p:nvSpPr>
          <p:cNvPr id="3" name="Content Placeholder 2">
            <a:extLst>
              <a:ext uri="{FF2B5EF4-FFF2-40B4-BE49-F238E27FC236}">
                <a16:creationId xmlns:a16="http://schemas.microsoft.com/office/drawing/2014/main" id="{BBC1EFAF-0344-F41A-471F-CE3E8E44C83E}"/>
              </a:ext>
            </a:extLst>
          </p:cNvPr>
          <p:cNvSpPr>
            <a:spLocks noGrp="1"/>
          </p:cNvSpPr>
          <p:nvPr>
            <p:ph idx="1"/>
          </p:nvPr>
        </p:nvSpPr>
        <p:spPr/>
        <p:txBody>
          <a:bodyPr/>
          <a:lstStyle/>
          <a:p>
            <a:pPr marL="0" indent="0">
              <a:buNone/>
            </a:pPr>
            <a:r>
              <a:rPr lang="en-US" dirty="0"/>
              <a:t>Calculations</a:t>
            </a:r>
          </a:p>
          <a:p>
            <a:pPr>
              <a:buFont typeface="Wingdings" panose="05000000000000000000" pitchFamily="2" charset="2"/>
              <a:buChar char="v"/>
            </a:pPr>
            <a:r>
              <a:rPr lang="en-US" dirty="0">
                <a:latin typeface="Bahnschrift Light Condensed" panose="020B0502040204020203" pitchFamily="34" charset="0"/>
              </a:rPr>
              <a:t> Created calculated fields: Sales, Cost, Profit, Profit Ratio</a:t>
            </a:r>
          </a:p>
          <a:p>
            <a:pPr marL="0" indent="0">
              <a:buNone/>
            </a:pPr>
            <a:r>
              <a:rPr lang="en-US" dirty="0"/>
              <a:t>Visualization Design</a:t>
            </a:r>
          </a:p>
          <a:p>
            <a:pPr>
              <a:buFont typeface="Wingdings" panose="05000000000000000000" pitchFamily="2" charset="2"/>
              <a:buChar char="v"/>
            </a:pPr>
            <a:r>
              <a:rPr lang="en-US" dirty="0">
                <a:latin typeface="Bahnschrift Light Condensed" panose="020B0502040204020203" pitchFamily="34" charset="0"/>
              </a:rPr>
              <a:t> Built charts (bar, line, pie) and applied filters</a:t>
            </a:r>
          </a:p>
          <a:p>
            <a:pPr marL="0" indent="0">
              <a:buNone/>
            </a:pPr>
            <a:r>
              <a:rPr lang="en-US" dirty="0"/>
              <a:t>Insights &amp; Analysis</a:t>
            </a:r>
          </a:p>
          <a:p>
            <a:pPr>
              <a:buFont typeface="Wingdings" panose="05000000000000000000" pitchFamily="2" charset="2"/>
              <a:buChar char="v"/>
            </a:pPr>
            <a:r>
              <a:rPr lang="en-US" dirty="0">
                <a:latin typeface="Bahnschrift Light Condensed" panose="020B0502040204020203" pitchFamily="34" charset="0"/>
              </a:rPr>
              <a:t> Identified trends, top periods, and profitability</a:t>
            </a:r>
          </a:p>
          <a:p>
            <a:pPr marL="0" indent="0">
              <a:buNone/>
            </a:pPr>
            <a:endParaRPr lang="en-US" dirty="0">
              <a:latin typeface="Bahnschrift Light Condensed" panose="020B0502040204020203" pitchFamily="34" charset="0"/>
            </a:endParaRPr>
          </a:p>
        </p:txBody>
      </p:sp>
    </p:spTree>
    <p:extLst>
      <p:ext uri="{BB962C8B-B14F-4D97-AF65-F5344CB8AC3E}">
        <p14:creationId xmlns:p14="http://schemas.microsoft.com/office/powerpoint/2010/main" val="2986190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37B85-8DB9-FCEC-D111-BBBDA2B685CA}"/>
              </a:ext>
            </a:extLst>
          </p:cNvPr>
          <p:cNvSpPr>
            <a:spLocks noGrp="1"/>
          </p:cNvSpPr>
          <p:nvPr>
            <p:ph type="title"/>
          </p:nvPr>
        </p:nvSpPr>
        <p:spPr/>
        <p:txBody>
          <a:bodyPr/>
          <a:lstStyle/>
          <a:p>
            <a:r>
              <a:rPr lang="en-US" b="1" dirty="0"/>
              <a:t>Dashboard</a:t>
            </a:r>
            <a:r>
              <a:rPr lang="en-US" dirty="0"/>
              <a:t> </a:t>
            </a:r>
            <a:r>
              <a:rPr lang="en-US" b="1" dirty="0"/>
              <a:t>Overview</a:t>
            </a:r>
            <a:endParaRPr lang="en-US" dirty="0"/>
          </a:p>
        </p:txBody>
      </p:sp>
      <p:sp>
        <p:nvSpPr>
          <p:cNvPr id="3" name="Content Placeholder 2">
            <a:extLst>
              <a:ext uri="{FF2B5EF4-FFF2-40B4-BE49-F238E27FC236}">
                <a16:creationId xmlns:a16="http://schemas.microsoft.com/office/drawing/2014/main" id="{C938FA2B-5A04-64A4-319D-F07890B9B56C}"/>
              </a:ext>
            </a:extLst>
          </p:cNvPr>
          <p:cNvSpPr>
            <a:spLocks noGrp="1"/>
          </p:cNvSpPr>
          <p:nvPr>
            <p:ph idx="1"/>
          </p:nvPr>
        </p:nvSpPr>
        <p:spPr/>
        <p:txBody>
          <a:bodyPr/>
          <a:lstStyle/>
          <a:p>
            <a:pPr marL="0" indent="0">
              <a:buNone/>
            </a:pPr>
            <a:r>
              <a:rPr lang="en-US" dirty="0"/>
              <a:t>KPIs Summary</a:t>
            </a:r>
          </a:p>
          <a:p>
            <a:pPr>
              <a:buFont typeface="Wingdings" panose="05000000000000000000" pitchFamily="2" charset="2"/>
              <a:buChar char="v"/>
            </a:pPr>
            <a:r>
              <a:rPr lang="en-US" dirty="0">
                <a:latin typeface="Bahnschrift Light Condensed" panose="020B0502040204020203" pitchFamily="34" charset="0"/>
              </a:rPr>
              <a:t> Customers, Sales, Profit Margin</a:t>
            </a:r>
          </a:p>
          <a:p>
            <a:pPr marL="0" indent="0">
              <a:buNone/>
            </a:pPr>
            <a:r>
              <a:rPr lang="en-US" dirty="0"/>
              <a:t>Year-wise Analysis</a:t>
            </a:r>
          </a:p>
          <a:p>
            <a:pPr>
              <a:buFont typeface="Wingdings" panose="05000000000000000000" pitchFamily="2" charset="2"/>
              <a:buChar char="v"/>
            </a:pPr>
            <a:r>
              <a:rPr lang="en-US" dirty="0">
                <a:latin typeface="Bahnschrift Light Condensed" panose="020B0502040204020203" pitchFamily="34" charset="0"/>
              </a:rPr>
              <a:t> Sales distribution across years</a:t>
            </a:r>
          </a:p>
          <a:p>
            <a:pPr marL="0" indent="0">
              <a:buNone/>
            </a:pPr>
            <a:r>
              <a:rPr lang="en-US" dirty="0"/>
              <a:t>Monthly Trends</a:t>
            </a:r>
            <a:endParaRPr lang="en-US" dirty="0">
              <a:latin typeface="Bahnschrift Light Condensed" panose="020B0502040204020203" pitchFamily="34" charset="0"/>
            </a:endParaRPr>
          </a:p>
          <a:p>
            <a:pPr>
              <a:buFont typeface="Wingdings" panose="05000000000000000000" pitchFamily="2" charset="2"/>
              <a:buChar char="v"/>
            </a:pPr>
            <a:r>
              <a:rPr lang="en-US" dirty="0">
                <a:latin typeface="Bahnschrift Light Condensed" panose="020B0502040204020203" pitchFamily="34" charset="0"/>
              </a:rPr>
              <a:t> Sales variation across months</a:t>
            </a:r>
          </a:p>
          <a:p>
            <a:pPr marL="0" indent="0">
              <a:buNone/>
            </a:pPr>
            <a:r>
              <a:rPr lang="en-US" dirty="0"/>
              <a:t>Sales vs Cost Analysis</a:t>
            </a:r>
          </a:p>
          <a:p>
            <a:pPr>
              <a:buFont typeface="Wingdings" panose="05000000000000000000" pitchFamily="2" charset="2"/>
              <a:buChar char="v"/>
            </a:pPr>
            <a:r>
              <a:rPr lang="en-US" dirty="0">
                <a:latin typeface="Bahnschrift Light Condensed" panose="020B0502040204020203" pitchFamily="34" charset="0"/>
              </a:rPr>
              <a:t> Compares Sales and Production Cost</a:t>
            </a:r>
          </a:p>
          <a:p>
            <a:pPr marL="0" indent="0">
              <a:buNone/>
            </a:pPr>
            <a:endParaRPr lang="en-US" dirty="0">
              <a:latin typeface="Bahnschrift Light Condensed" panose="020B0502040204020203" pitchFamily="34" charset="0"/>
            </a:endParaRPr>
          </a:p>
        </p:txBody>
      </p:sp>
    </p:spTree>
    <p:extLst>
      <p:ext uri="{BB962C8B-B14F-4D97-AF65-F5344CB8AC3E}">
        <p14:creationId xmlns:p14="http://schemas.microsoft.com/office/powerpoint/2010/main" val="1231085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3A78B-62D0-CB1B-1A67-A58A27A623A8}"/>
              </a:ext>
            </a:extLst>
          </p:cNvPr>
          <p:cNvSpPr>
            <a:spLocks noGrp="1"/>
          </p:cNvSpPr>
          <p:nvPr>
            <p:ph type="title"/>
          </p:nvPr>
        </p:nvSpPr>
        <p:spPr/>
        <p:txBody>
          <a:bodyPr/>
          <a:lstStyle/>
          <a:p>
            <a:r>
              <a:rPr lang="en-US" b="1" dirty="0"/>
              <a:t>Dashboard</a:t>
            </a:r>
            <a:r>
              <a:rPr lang="en-US" dirty="0"/>
              <a:t> </a:t>
            </a:r>
            <a:r>
              <a:rPr lang="en-US" b="1" dirty="0"/>
              <a:t>Overview</a:t>
            </a:r>
            <a:endParaRPr lang="en-US" dirty="0"/>
          </a:p>
        </p:txBody>
      </p:sp>
      <p:sp>
        <p:nvSpPr>
          <p:cNvPr id="3" name="Content Placeholder 2">
            <a:extLst>
              <a:ext uri="{FF2B5EF4-FFF2-40B4-BE49-F238E27FC236}">
                <a16:creationId xmlns:a16="http://schemas.microsoft.com/office/drawing/2014/main" id="{F98A209D-FA52-2483-9CFC-4C6781E296F2}"/>
              </a:ext>
            </a:extLst>
          </p:cNvPr>
          <p:cNvSpPr>
            <a:spLocks noGrp="1"/>
          </p:cNvSpPr>
          <p:nvPr>
            <p:ph idx="1"/>
          </p:nvPr>
        </p:nvSpPr>
        <p:spPr/>
        <p:txBody>
          <a:bodyPr/>
          <a:lstStyle/>
          <a:p>
            <a:pPr marL="0" indent="0">
              <a:buNone/>
            </a:pPr>
            <a:r>
              <a:rPr lang="en-US" dirty="0"/>
              <a:t>Quarter-wise Distribution</a:t>
            </a:r>
          </a:p>
          <a:p>
            <a:pPr>
              <a:buFont typeface="Wingdings" panose="05000000000000000000" pitchFamily="2" charset="2"/>
              <a:buChar char="v"/>
            </a:pPr>
            <a:r>
              <a:rPr lang="en-US" dirty="0">
                <a:latin typeface="Bahnschrift Light Condensed" panose="020B0502040204020203" pitchFamily="34" charset="0"/>
              </a:rPr>
              <a:t> Contribution of each quarter</a:t>
            </a:r>
          </a:p>
          <a:p>
            <a:pPr marL="0" indent="0">
              <a:buNone/>
            </a:pPr>
            <a:r>
              <a:rPr lang="en-US" dirty="0"/>
              <a:t>Data Breakdown</a:t>
            </a:r>
          </a:p>
          <a:p>
            <a:pPr>
              <a:buFont typeface="Wingdings" panose="05000000000000000000" pitchFamily="2" charset="2"/>
              <a:buChar char="v"/>
            </a:pPr>
            <a:r>
              <a:rPr lang="en-US" dirty="0">
                <a:latin typeface="Bahnschrift Light Condensed" panose="020B0502040204020203" pitchFamily="34" charset="0"/>
              </a:rPr>
              <a:t> Month-wise detailed sales</a:t>
            </a:r>
          </a:p>
          <a:p>
            <a:pPr marL="0" indent="0">
              <a:buNone/>
            </a:pPr>
            <a:r>
              <a:rPr lang="en-US" dirty="0"/>
              <a:t>Key Insights</a:t>
            </a:r>
          </a:p>
          <a:p>
            <a:pPr>
              <a:buFont typeface="Wingdings" panose="05000000000000000000" pitchFamily="2" charset="2"/>
              <a:buChar char="v"/>
            </a:pPr>
            <a:r>
              <a:rPr lang="en-US" dirty="0">
                <a:latin typeface="Bahnschrift Light Condensed" panose="020B0502040204020203" pitchFamily="34" charset="0"/>
              </a:rPr>
              <a:t> Peak sales in specific periods</a:t>
            </a:r>
          </a:p>
          <a:p>
            <a:pPr>
              <a:buFont typeface="Wingdings" panose="05000000000000000000" pitchFamily="2" charset="2"/>
              <a:buChar char="v"/>
            </a:pPr>
            <a:r>
              <a:rPr lang="en-US" dirty="0">
                <a:latin typeface="Bahnschrift Light Condensed" panose="020B0502040204020203" pitchFamily="34" charset="0"/>
              </a:rPr>
              <a:t> Seasonal trends observed</a:t>
            </a:r>
          </a:p>
          <a:p>
            <a:pPr>
              <a:buFont typeface="Wingdings" panose="05000000000000000000" pitchFamily="2" charset="2"/>
              <a:buChar char="v"/>
            </a:pPr>
            <a:r>
              <a:rPr lang="en-US" dirty="0">
                <a:latin typeface="Bahnschrift Light Condensed" panose="020B0502040204020203" pitchFamily="34" charset="0"/>
              </a:rPr>
              <a:t> Profit remains stable</a:t>
            </a:r>
          </a:p>
          <a:p>
            <a:pPr marL="0" indent="0">
              <a:buNone/>
            </a:pPr>
            <a:endParaRPr lang="en-US" dirty="0"/>
          </a:p>
          <a:p>
            <a:pPr marL="0" indent="0">
              <a:buNone/>
            </a:pPr>
            <a:endParaRPr lang="en-US" dirty="0">
              <a:latin typeface="Bahnschrift Light Condensed" panose="020B0502040204020203" pitchFamily="34" charset="0"/>
            </a:endParaRPr>
          </a:p>
        </p:txBody>
      </p:sp>
    </p:spTree>
    <p:extLst>
      <p:ext uri="{BB962C8B-B14F-4D97-AF65-F5344CB8AC3E}">
        <p14:creationId xmlns:p14="http://schemas.microsoft.com/office/powerpoint/2010/main" val="1414044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6E6D-CB73-2F03-F7F0-2927CB115C74}"/>
              </a:ext>
            </a:extLst>
          </p:cNvPr>
          <p:cNvSpPr>
            <a:spLocks noGrp="1"/>
          </p:cNvSpPr>
          <p:nvPr>
            <p:ph type="title"/>
          </p:nvPr>
        </p:nvSpPr>
        <p:spPr/>
        <p:txBody>
          <a:bodyPr/>
          <a:lstStyle/>
          <a:p>
            <a:r>
              <a:rPr lang="en-US" b="1" dirty="0"/>
              <a:t>Data</a:t>
            </a:r>
            <a:r>
              <a:rPr lang="en-US" dirty="0"/>
              <a:t> </a:t>
            </a:r>
            <a:r>
              <a:rPr lang="en-US" b="1" dirty="0"/>
              <a:t>Processing &amp;</a:t>
            </a:r>
            <a:r>
              <a:rPr lang="en-US" dirty="0"/>
              <a:t> </a:t>
            </a:r>
            <a:r>
              <a:rPr lang="en-US" b="1" dirty="0"/>
              <a:t>Analysis (SQL)</a:t>
            </a:r>
          </a:p>
        </p:txBody>
      </p:sp>
      <p:sp>
        <p:nvSpPr>
          <p:cNvPr id="3" name="Content Placeholder 2">
            <a:extLst>
              <a:ext uri="{FF2B5EF4-FFF2-40B4-BE49-F238E27FC236}">
                <a16:creationId xmlns:a16="http://schemas.microsoft.com/office/drawing/2014/main" id="{B125A41E-0C5E-7BEB-9F74-F4D75AFE75B8}"/>
              </a:ext>
            </a:extLst>
          </p:cNvPr>
          <p:cNvSpPr>
            <a:spLocks noGrp="1"/>
          </p:cNvSpPr>
          <p:nvPr>
            <p:ph idx="1"/>
          </p:nvPr>
        </p:nvSpPr>
        <p:spPr/>
        <p:txBody>
          <a:bodyPr/>
          <a:lstStyle/>
          <a:p>
            <a:pPr marL="0" indent="0">
              <a:buNone/>
            </a:pPr>
            <a:r>
              <a:rPr lang="en-US" dirty="0"/>
              <a:t>Data Integration</a:t>
            </a:r>
          </a:p>
          <a:p>
            <a:pPr>
              <a:buFont typeface="Wingdings" panose="05000000000000000000" pitchFamily="2" charset="2"/>
              <a:buChar char="v"/>
            </a:pPr>
            <a:r>
              <a:rPr lang="en-US" dirty="0">
                <a:latin typeface="Bahnschrift Light Condensed" panose="020B0502040204020203" pitchFamily="34" charset="0"/>
              </a:rPr>
              <a:t> Combined datasets using </a:t>
            </a:r>
            <a:r>
              <a:rPr lang="en-US" b="1" dirty="0">
                <a:latin typeface="Bahnschrift Light Condensed" panose="020B0502040204020203" pitchFamily="34" charset="0"/>
              </a:rPr>
              <a:t>UNION ALL</a:t>
            </a:r>
            <a:r>
              <a:rPr lang="en-US" dirty="0">
                <a:latin typeface="Bahnschrift Light Condensed" panose="020B0502040204020203" pitchFamily="34" charset="0"/>
              </a:rPr>
              <a:t> to create a unified SALES table</a:t>
            </a:r>
          </a:p>
          <a:p>
            <a:pPr>
              <a:buFont typeface="Wingdings" panose="05000000000000000000" pitchFamily="2" charset="2"/>
              <a:buChar char="v"/>
            </a:pPr>
            <a:r>
              <a:rPr lang="en-US" dirty="0">
                <a:latin typeface="Bahnschrift Light Condensed" panose="020B0502040204020203" pitchFamily="34" charset="0"/>
              </a:rPr>
              <a:t> Ensured complete data consolidation for analysis</a:t>
            </a:r>
          </a:p>
          <a:p>
            <a:pPr marL="0" indent="0">
              <a:buNone/>
            </a:pPr>
            <a:r>
              <a:rPr lang="en-US" dirty="0"/>
              <a:t>Date Transformations</a:t>
            </a:r>
          </a:p>
          <a:p>
            <a:pPr>
              <a:buFont typeface="Wingdings" panose="05000000000000000000" pitchFamily="2" charset="2"/>
              <a:buChar char="v"/>
            </a:pPr>
            <a:r>
              <a:rPr lang="en-US" dirty="0">
                <a:latin typeface="Bahnschrift Light Condensed" panose="020B0502040204020203" pitchFamily="34" charset="0"/>
              </a:rPr>
              <a:t> Extracted </a:t>
            </a:r>
            <a:r>
              <a:rPr lang="en-US" b="1" dirty="0">
                <a:latin typeface="Bahnschrift Light Condensed" panose="020B0502040204020203" pitchFamily="34" charset="0"/>
              </a:rPr>
              <a:t>Year, Month, Quarter, Weekday</a:t>
            </a:r>
            <a:r>
              <a:rPr lang="en-US" dirty="0">
                <a:latin typeface="Bahnschrift Light Condensed" panose="020B0502040204020203" pitchFamily="34" charset="0"/>
              </a:rPr>
              <a:t> using date functions</a:t>
            </a:r>
          </a:p>
          <a:p>
            <a:pPr>
              <a:buFont typeface="Wingdings" panose="05000000000000000000" pitchFamily="2" charset="2"/>
              <a:buChar char="v"/>
            </a:pPr>
            <a:r>
              <a:rPr lang="en-US" dirty="0">
                <a:latin typeface="Bahnschrift Light Condensed" panose="020B0502040204020203" pitchFamily="34" charset="0"/>
              </a:rPr>
              <a:t> Created </a:t>
            </a:r>
            <a:r>
              <a:rPr lang="en-US" b="1" dirty="0">
                <a:latin typeface="Bahnschrift Light Condensed" panose="020B0502040204020203" pitchFamily="34" charset="0"/>
              </a:rPr>
              <a:t>Financial Month &amp; Financial Quarter</a:t>
            </a:r>
            <a:r>
              <a:rPr lang="en-US" dirty="0">
                <a:latin typeface="Bahnschrift Light Condensed" panose="020B0502040204020203" pitchFamily="34" charset="0"/>
              </a:rPr>
              <a:t> using CASE statements</a:t>
            </a:r>
          </a:p>
          <a:p>
            <a:pPr marL="0" indent="0">
              <a:buNone/>
            </a:pPr>
            <a:r>
              <a:rPr lang="en-US" dirty="0"/>
              <a:t>Calculated Columns</a:t>
            </a:r>
          </a:p>
          <a:p>
            <a:pPr>
              <a:buFont typeface="Wingdings" panose="05000000000000000000" pitchFamily="2" charset="2"/>
              <a:buChar char="v"/>
            </a:pPr>
            <a:r>
              <a:rPr lang="en-US" dirty="0">
                <a:latin typeface="Bahnschrift Light Condensed" panose="020B0502040204020203" pitchFamily="34" charset="0"/>
              </a:rPr>
              <a:t> Created </a:t>
            </a:r>
            <a:r>
              <a:rPr lang="en-US" b="1" dirty="0" err="1">
                <a:latin typeface="Bahnschrift Light Condensed" panose="020B0502040204020203" pitchFamily="34" charset="0"/>
              </a:rPr>
              <a:t>SalesAmount</a:t>
            </a:r>
            <a:r>
              <a:rPr lang="en-US" dirty="0">
                <a:latin typeface="Bahnschrift Light Condensed" panose="020B0502040204020203" pitchFamily="34" charset="0"/>
              </a:rPr>
              <a:t> using:(</a:t>
            </a:r>
            <a:r>
              <a:rPr lang="en-US" dirty="0" err="1">
                <a:latin typeface="Bahnschrift Light Condensed" panose="020B0502040204020203" pitchFamily="34" charset="0"/>
              </a:rPr>
              <a:t>unitprice</a:t>
            </a:r>
            <a:r>
              <a:rPr lang="en-US" dirty="0">
                <a:latin typeface="Bahnschrift Light Condensed" panose="020B0502040204020203" pitchFamily="34" charset="0"/>
              </a:rPr>
              <a:t>*quantity)-discount</a:t>
            </a:r>
          </a:p>
          <a:p>
            <a:pPr>
              <a:buFont typeface="Wingdings" panose="05000000000000000000" pitchFamily="2" charset="2"/>
              <a:buChar char="v"/>
            </a:pPr>
            <a:r>
              <a:rPr lang="en-US" dirty="0">
                <a:latin typeface="Bahnschrift Light Condensed" panose="020B0502040204020203" pitchFamily="34" charset="0"/>
              </a:rPr>
              <a:t> Added </a:t>
            </a:r>
            <a:r>
              <a:rPr lang="en-US" b="1" dirty="0">
                <a:latin typeface="Bahnschrift Light Condensed" panose="020B0502040204020203" pitchFamily="34" charset="0"/>
              </a:rPr>
              <a:t>Production Cost</a:t>
            </a:r>
            <a:r>
              <a:rPr lang="en-US" dirty="0">
                <a:latin typeface="Bahnschrift Light Condensed" panose="020B0502040204020203" pitchFamily="34" charset="0"/>
              </a:rPr>
              <a:t> and </a:t>
            </a:r>
            <a:r>
              <a:rPr lang="en-US" b="1" dirty="0">
                <a:latin typeface="Bahnschrift Light Condensed" panose="020B0502040204020203" pitchFamily="34" charset="0"/>
              </a:rPr>
              <a:t>Profit</a:t>
            </a:r>
            <a:r>
              <a:rPr lang="en-US" dirty="0">
                <a:latin typeface="Bahnschrift Light Condensed" panose="020B0502040204020203" pitchFamily="34" charset="0"/>
              </a:rPr>
              <a:t> columns</a:t>
            </a:r>
          </a:p>
        </p:txBody>
      </p:sp>
    </p:spTree>
    <p:extLst>
      <p:ext uri="{BB962C8B-B14F-4D97-AF65-F5344CB8AC3E}">
        <p14:creationId xmlns:p14="http://schemas.microsoft.com/office/powerpoint/2010/main" val="2223578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03793-993A-F3BE-3FF1-7BEB9F793494}"/>
              </a:ext>
            </a:extLst>
          </p:cNvPr>
          <p:cNvSpPr>
            <a:spLocks noGrp="1"/>
          </p:cNvSpPr>
          <p:nvPr>
            <p:ph type="title"/>
          </p:nvPr>
        </p:nvSpPr>
        <p:spPr/>
        <p:txBody>
          <a:bodyPr/>
          <a:lstStyle/>
          <a:p>
            <a:r>
              <a:rPr lang="en-US" b="1" dirty="0"/>
              <a:t>Data</a:t>
            </a:r>
            <a:r>
              <a:rPr lang="en-US" dirty="0"/>
              <a:t> </a:t>
            </a:r>
            <a:r>
              <a:rPr lang="en-US" b="1" dirty="0"/>
              <a:t>Processing &amp;</a:t>
            </a:r>
            <a:r>
              <a:rPr lang="en-US" dirty="0"/>
              <a:t> </a:t>
            </a:r>
            <a:r>
              <a:rPr lang="en-US" b="1" dirty="0"/>
              <a:t>Analysis (SQL)</a:t>
            </a:r>
            <a:endParaRPr lang="en-US" dirty="0"/>
          </a:p>
        </p:txBody>
      </p:sp>
      <p:sp>
        <p:nvSpPr>
          <p:cNvPr id="3" name="Content Placeholder 2">
            <a:extLst>
              <a:ext uri="{FF2B5EF4-FFF2-40B4-BE49-F238E27FC236}">
                <a16:creationId xmlns:a16="http://schemas.microsoft.com/office/drawing/2014/main" id="{93634A97-87B6-F9B4-E75E-762FE1475170}"/>
              </a:ext>
            </a:extLst>
          </p:cNvPr>
          <p:cNvSpPr>
            <a:spLocks noGrp="1"/>
          </p:cNvSpPr>
          <p:nvPr>
            <p:ph idx="1"/>
          </p:nvPr>
        </p:nvSpPr>
        <p:spPr/>
        <p:txBody>
          <a:bodyPr/>
          <a:lstStyle/>
          <a:p>
            <a:pPr marL="0" indent="0">
              <a:buNone/>
            </a:pPr>
            <a:r>
              <a:rPr lang="en-US" dirty="0"/>
              <a:t>Table Enhancements</a:t>
            </a:r>
          </a:p>
          <a:p>
            <a:pPr>
              <a:buFont typeface="Wingdings" panose="05000000000000000000" pitchFamily="2" charset="2"/>
              <a:buChar char="v"/>
            </a:pPr>
            <a:r>
              <a:rPr lang="en-US" dirty="0">
                <a:latin typeface="Bahnschrift Light Condensed" panose="020B0502040204020203" pitchFamily="34" charset="0"/>
              </a:rPr>
              <a:t> Used </a:t>
            </a:r>
            <a:r>
              <a:rPr lang="en-US" b="1" dirty="0">
                <a:latin typeface="Bahnschrift Light Condensed" panose="020B0502040204020203" pitchFamily="34" charset="0"/>
              </a:rPr>
              <a:t>ALTER TABLE</a:t>
            </a:r>
            <a:r>
              <a:rPr lang="en-US" dirty="0">
                <a:latin typeface="Bahnschrift Light Condensed" panose="020B0502040204020203" pitchFamily="34" charset="0"/>
              </a:rPr>
              <a:t> to add new calculated fields</a:t>
            </a:r>
          </a:p>
          <a:p>
            <a:pPr>
              <a:buFont typeface="Wingdings" panose="05000000000000000000" pitchFamily="2" charset="2"/>
              <a:buChar char="v"/>
            </a:pPr>
            <a:r>
              <a:rPr lang="en-US" dirty="0">
                <a:latin typeface="Bahnschrift Light Condensed" panose="020B0502040204020203" pitchFamily="34" charset="0"/>
              </a:rPr>
              <a:t> Updated values using SQL update queries</a:t>
            </a:r>
          </a:p>
          <a:p>
            <a:pPr marL="0" indent="0">
              <a:buNone/>
            </a:pPr>
            <a:r>
              <a:rPr lang="en-US" dirty="0"/>
              <a:t>Aggregations &amp; Grouping</a:t>
            </a:r>
          </a:p>
          <a:p>
            <a:pPr>
              <a:buFont typeface="Wingdings" panose="05000000000000000000" pitchFamily="2" charset="2"/>
              <a:buChar char="v"/>
            </a:pPr>
            <a:r>
              <a:rPr lang="en-US" dirty="0">
                <a:latin typeface="Bahnschrift Light Condensed" panose="020B0502040204020203" pitchFamily="34" charset="0"/>
              </a:rPr>
              <a:t> Applied </a:t>
            </a:r>
            <a:r>
              <a:rPr lang="en-US" b="1" dirty="0">
                <a:latin typeface="Bahnschrift Light Condensed" panose="020B0502040204020203" pitchFamily="34" charset="0"/>
              </a:rPr>
              <a:t>GROUP BY</a:t>
            </a:r>
            <a:r>
              <a:rPr lang="en-US" dirty="0">
                <a:latin typeface="Bahnschrift Light Condensed" panose="020B0502040204020203" pitchFamily="34" charset="0"/>
              </a:rPr>
              <a:t> to analyze:</a:t>
            </a:r>
          </a:p>
          <a:p>
            <a:pPr>
              <a:buFont typeface="Courier New" panose="02070309020205020404" pitchFamily="49" charset="0"/>
              <a:buChar char="o"/>
            </a:pPr>
            <a:r>
              <a:rPr lang="en-US" sz="1800" dirty="0">
                <a:latin typeface="Bahnschrift Light" panose="020B0502040204020203" pitchFamily="34" charset="0"/>
              </a:rPr>
              <a:t>Year-wise sales</a:t>
            </a:r>
          </a:p>
          <a:p>
            <a:pPr>
              <a:buFont typeface="Courier New" panose="02070309020205020404" pitchFamily="49" charset="0"/>
              <a:buChar char="o"/>
            </a:pPr>
            <a:r>
              <a:rPr lang="en-US" sz="1800" dirty="0">
                <a:latin typeface="Bahnschrift Light" panose="020B0502040204020203" pitchFamily="34" charset="0"/>
              </a:rPr>
              <a:t>Month-wise sales</a:t>
            </a:r>
          </a:p>
          <a:p>
            <a:pPr>
              <a:buFont typeface="Courier New" panose="02070309020205020404" pitchFamily="49" charset="0"/>
              <a:buChar char="o"/>
            </a:pPr>
            <a:r>
              <a:rPr lang="en-US" sz="1800" dirty="0">
                <a:latin typeface="Bahnschrift Light" panose="020B0502040204020203" pitchFamily="34" charset="0"/>
              </a:rPr>
              <a:t>Quarter-wise performance</a:t>
            </a:r>
          </a:p>
        </p:txBody>
      </p:sp>
    </p:spTree>
    <p:extLst>
      <p:ext uri="{BB962C8B-B14F-4D97-AF65-F5344CB8AC3E}">
        <p14:creationId xmlns:p14="http://schemas.microsoft.com/office/powerpoint/2010/main" val="3121729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66BD2-13ED-B4F7-07A1-91A9CAD22941}"/>
              </a:ext>
            </a:extLst>
          </p:cNvPr>
          <p:cNvSpPr>
            <a:spLocks noGrp="1"/>
          </p:cNvSpPr>
          <p:nvPr>
            <p:ph type="title"/>
          </p:nvPr>
        </p:nvSpPr>
        <p:spPr/>
        <p:txBody>
          <a:bodyPr/>
          <a:lstStyle/>
          <a:p>
            <a:r>
              <a:rPr lang="en-US" b="1" dirty="0"/>
              <a:t>Data</a:t>
            </a:r>
            <a:r>
              <a:rPr lang="en-US" dirty="0"/>
              <a:t> </a:t>
            </a:r>
            <a:r>
              <a:rPr lang="en-US" b="1" dirty="0"/>
              <a:t>Processing &amp;</a:t>
            </a:r>
            <a:r>
              <a:rPr lang="en-US" dirty="0"/>
              <a:t> </a:t>
            </a:r>
            <a:r>
              <a:rPr lang="en-US" b="1" dirty="0"/>
              <a:t>Analysis (SQL)</a:t>
            </a:r>
            <a:endParaRPr lang="en-US" dirty="0"/>
          </a:p>
        </p:txBody>
      </p:sp>
      <p:sp>
        <p:nvSpPr>
          <p:cNvPr id="3" name="Content Placeholder 2">
            <a:extLst>
              <a:ext uri="{FF2B5EF4-FFF2-40B4-BE49-F238E27FC236}">
                <a16:creationId xmlns:a16="http://schemas.microsoft.com/office/drawing/2014/main" id="{075022A2-1609-1B6F-58BA-39C73A9F6347}"/>
              </a:ext>
            </a:extLst>
          </p:cNvPr>
          <p:cNvSpPr>
            <a:spLocks noGrp="1"/>
          </p:cNvSpPr>
          <p:nvPr>
            <p:ph idx="1"/>
          </p:nvPr>
        </p:nvSpPr>
        <p:spPr/>
        <p:txBody>
          <a:bodyPr/>
          <a:lstStyle/>
          <a:p>
            <a:pPr marL="0" indent="0">
              <a:buNone/>
            </a:pPr>
            <a:r>
              <a:rPr lang="en-US" dirty="0"/>
              <a:t>Derived Tables</a:t>
            </a:r>
          </a:p>
          <a:p>
            <a:pPr>
              <a:buFont typeface="Wingdings" panose="05000000000000000000" pitchFamily="2" charset="2"/>
              <a:buChar char="v"/>
            </a:pPr>
            <a:r>
              <a:rPr lang="en-US" dirty="0">
                <a:latin typeface="Bahnschrift Light Condensed" panose="020B0502040204020203" pitchFamily="34" charset="0"/>
              </a:rPr>
              <a:t> Created </a:t>
            </a:r>
            <a:r>
              <a:rPr lang="en-US" b="1" dirty="0" err="1">
                <a:latin typeface="Bahnschrift Light Condensed" panose="020B0502040204020203" pitchFamily="34" charset="0"/>
              </a:rPr>
              <a:t>month_sales</a:t>
            </a:r>
            <a:r>
              <a:rPr lang="en-US" b="1" dirty="0">
                <a:latin typeface="Bahnschrift Light Condensed" panose="020B0502040204020203" pitchFamily="34" charset="0"/>
              </a:rPr>
              <a:t> table</a:t>
            </a:r>
            <a:r>
              <a:rPr lang="en-US" dirty="0">
                <a:latin typeface="Bahnschrift Light Condensed" panose="020B0502040204020203" pitchFamily="34" charset="0"/>
              </a:rPr>
              <a:t> for summarized monthly analysis</a:t>
            </a:r>
          </a:p>
          <a:p>
            <a:pPr>
              <a:buFont typeface="Wingdings" panose="05000000000000000000" pitchFamily="2" charset="2"/>
              <a:buChar char="v"/>
            </a:pPr>
            <a:r>
              <a:rPr lang="en-US" dirty="0">
                <a:latin typeface="Bahnschrift Light Condensed" panose="020B0502040204020203" pitchFamily="34" charset="0"/>
              </a:rPr>
              <a:t> Stored aggregated results for reporting</a:t>
            </a:r>
          </a:p>
          <a:p>
            <a:pPr marL="0" indent="0">
              <a:buNone/>
            </a:pPr>
            <a:r>
              <a:rPr lang="en-US" dirty="0"/>
              <a:t>Analysis Queries</a:t>
            </a:r>
          </a:p>
          <a:p>
            <a:pPr>
              <a:buFont typeface="Wingdings" panose="05000000000000000000" pitchFamily="2" charset="2"/>
              <a:buChar char="v"/>
            </a:pPr>
            <a:r>
              <a:rPr lang="en-US" dirty="0">
                <a:latin typeface="Bahnschrift Light Condensed" panose="020B0502040204020203" pitchFamily="34" charset="0"/>
              </a:rPr>
              <a:t> Compared </a:t>
            </a:r>
            <a:r>
              <a:rPr lang="en-US" b="1" dirty="0">
                <a:latin typeface="Bahnschrift Light Condensed" panose="020B0502040204020203" pitchFamily="34" charset="0"/>
              </a:rPr>
              <a:t>Sales vs Production Cost</a:t>
            </a:r>
          </a:p>
          <a:p>
            <a:pPr>
              <a:buFont typeface="Wingdings" panose="05000000000000000000" pitchFamily="2" charset="2"/>
              <a:buChar char="v"/>
            </a:pPr>
            <a:r>
              <a:rPr lang="en-US" dirty="0">
                <a:latin typeface="Bahnschrift Light Condensed" panose="020B0502040204020203" pitchFamily="34" charset="0"/>
              </a:rPr>
              <a:t> Identified trends using aggregated datasets</a:t>
            </a:r>
          </a:p>
        </p:txBody>
      </p:sp>
    </p:spTree>
    <p:extLst>
      <p:ext uri="{BB962C8B-B14F-4D97-AF65-F5344CB8AC3E}">
        <p14:creationId xmlns:p14="http://schemas.microsoft.com/office/powerpoint/2010/main" val="1677705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589" y="764373"/>
            <a:ext cx="3909526" cy="1293028"/>
          </a:xfrm>
        </p:spPr>
        <p:txBody>
          <a:bodyPr>
            <a:normAutofit/>
          </a:bodyPr>
          <a:lstStyle/>
          <a:p>
            <a:r>
              <a:rPr b="1" dirty="0"/>
              <a:t>Conclusion</a:t>
            </a:r>
          </a:p>
        </p:txBody>
      </p:sp>
      <p:sp>
        <p:nvSpPr>
          <p:cNvPr id="3" name="Content Placeholder 2"/>
          <p:cNvSpPr>
            <a:spLocks noGrp="1"/>
          </p:cNvSpPr>
          <p:nvPr>
            <p:ph idx="1"/>
          </p:nvPr>
        </p:nvSpPr>
        <p:spPr/>
        <p:txBody>
          <a:bodyPr>
            <a:normAutofit/>
          </a:bodyPr>
          <a:lstStyle/>
          <a:p>
            <a:pPr marL="0" indent="0">
              <a:buNone/>
            </a:pPr>
            <a:r>
              <a:rPr lang="en-US" dirty="0">
                <a:latin typeface="Bahnschrift Light Condensed" panose="020B0502040204020203" pitchFamily="34" charset="0"/>
              </a:rPr>
              <a:t>Based on the Adventure Works business scenario, this project focused on improving sales performance and reducing operational costs through data analysis. Data was processed and structured using SQL, followed by analysis and visualization using Excel, Power BI, and Tableau. The dashboards provided insights into customer behavior, product performance, regional trends, and profitability. These insights help the business make informed decisions to increase market share, optimize costs, and target high-value customers effectively.</a:t>
            </a:r>
            <a:br>
              <a:rPr lang="en-US" dirty="0">
                <a:latin typeface="Bahnschrift Light Condensed" panose="020B0502040204020203" pitchFamily="34" charset="0"/>
              </a:rPr>
            </a:br>
            <a:br>
              <a:rPr lang="en-US" dirty="0">
                <a:latin typeface="Bahnschrift Light Condensed" panose="020B0502040204020203" pitchFamily="34" charset="0"/>
              </a:rPr>
            </a:br>
            <a:br>
              <a:rPr lang="en-US" dirty="0">
                <a:latin typeface="Bahnschrift Light Condensed" panose="020B0502040204020203" pitchFamily="34" charset="0"/>
              </a:rPr>
            </a:br>
            <a:br>
              <a:rPr lang="en-US" dirty="0">
                <a:latin typeface="Bahnschrift Light Condensed" panose="020B0502040204020203" pitchFamily="34" charset="0"/>
              </a:rPr>
            </a:br>
            <a:endParaRPr dirty="0">
              <a:latin typeface="Bahnschrift Light Condensed" panose="020B0502040204020203" pitchFamily="34" charset="0"/>
            </a:endParaRPr>
          </a:p>
        </p:txBody>
      </p:sp>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529</TotalTime>
  <Words>1057</Words>
  <Application>Microsoft Office PowerPoint</Application>
  <PresentationFormat>On-screen Show (4:3)</PresentationFormat>
  <Paragraphs>184</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Bahnschrift Light</vt:lpstr>
      <vt:lpstr>Bahnschrift Light Condensed</vt:lpstr>
      <vt:lpstr>Century Gothic</vt:lpstr>
      <vt:lpstr>Courier New</vt:lpstr>
      <vt:lpstr>Wingdings</vt:lpstr>
      <vt:lpstr>Vapor Trail</vt:lpstr>
      <vt:lpstr>Adventure Works </vt:lpstr>
      <vt:lpstr>Problem Statement</vt:lpstr>
      <vt:lpstr>Data Sources</vt:lpstr>
      <vt:lpstr>Data Modeling</vt:lpstr>
      <vt:lpstr>Tools Used</vt:lpstr>
      <vt:lpstr>Key Dashboards</vt:lpstr>
      <vt:lpstr>Insights</vt:lpstr>
      <vt:lpstr>Dashboard Implementation</vt:lpstr>
      <vt:lpstr> Dashboard Implementation</vt:lpstr>
      <vt:lpstr>EXCEL  Dashboard</vt:lpstr>
      <vt:lpstr>Dashboard Development Process</vt:lpstr>
      <vt:lpstr>Dashboard Development Process</vt:lpstr>
      <vt:lpstr>Dashboard Overview </vt:lpstr>
      <vt:lpstr>Dashboard Overview</vt:lpstr>
      <vt:lpstr>Power bi  Dashboard</vt:lpstr>
      <vt:lpstr>Dashboard Development Process</vt:lpstr>
      <vt:lpstr>Dashboard Development Process</vt:lpstr>
      <vt:lpstr>Dashboard Overview</vt:lpstr>
      <vt:lpstr>Dashboard Overview</vt:lpstr>
      <vt:lpstr>tableau  Dashboard</vt:lpstr>
      <vt:lpstr>Dashboard Development Process</vt:lpstr>
      <vt:lpstr>Dashboard Development Process</vt:lpstr>
      <vt:lpstr>Dashboard Overview</vt:lpstr>
      <vt:lpstr>Dashboard Overview</vt:lpstr>
      <vt:lpstr>Data Processing &amp; Analysis (SQL)</vt:lpstr>
      <vt:lpstr>Data Processing &amp; Analysis (SQL)</vt:lpstr>
      <vt:lpstr>Data Processing &amp; Analysis (SQL)</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Goddeti Bhanu Teja Reddy</dc:creator>
  <cp:keywords/>
  <dc:description>generated using python-pptx</dc:description>
  <cp:lastModifiedBy>Goddeti Bhanu Teja Reddy</cp:lastModifiedBy>
  <cp:revision>3</cp:revision>
  <dcterms:created xsi:type="dcterms:W3CDTF">2013-01-27T09:14:16Z</dcterms:created>
  <dcterms:modified xsi:type="dcterms:W3CDTF">2026-02-26T18:54:53Z</dcterms:modified>
  <cp:category/>
</cp:coreProperties>
</file>